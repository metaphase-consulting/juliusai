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3" r:id="rId4"/>
  </p:sldMasterIdLst>
  <p:notesMasterIdLst>
    <p:notesMasterId r:id="rId15"/>
  </p:notesMasterIdLst>
  <p:sldIdLst>
    <p:sldId id="517" r:id="rId5"/>
    <p:sldId id="266" r:id="rId6"/>
    <p:sldId id="545" r:id="rId7"/>
    <p:sldId id="546" r:id="rId8"/>
    <p:sldId id="547" r:id="rId9"/>
    <p:sldId id="548" r:id="rId10"/>
    <p:sldId id="549" r:id="rId11"/>
    <p:sldId id="550" r:id="rId12"/>
    <p:sldId id="551" r:id="rId13"/>
    <p:sldId id="314" r:id="rId14"/>
  </p:sldIdLst>
  <p:sldSz cx="9144000" cy="5143500" type="screen16x9"/>
  <p:notesSz cx="7010400" cy="9296400"/>
  <p:embeddedFontLst>
    <p:embeddedFont>
      <p:font typeface="Bebas Neue" panose="020B0606020202050201" pitchFamily="34" charset="77"/>
      <p:regular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880">
          <p15:clr>
            <a:srgbClr val="A4A3A4"/>
          </p15:clr>
        </p15:guide>
        <p15:guide id="2" orient="horz" pos="162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2ED3153-3611-B373-C413-5EF15B4F47D3}" name="Bret Birkholz" initials="BB" userId="S::bbirkholz@metaphaseconsulting.com::5b19e4a0-645e-463d-a480-1f1602ee4501" providerId="AD"/>
  <p188:author id="{8A6A7E64-6FAA-71E6-780A-2444D81C1124}" name="Katy Phelps" initials="KP" userId="S::kphelps@metaphaseconsulting.com::243bb1b2-98c4-4ba4-942c-1680b2831ff0" providerId="AD"/>
  <p188:author id="{CE0A6AB8-527F-CCD7-12E6-079F9595E252}" name="Jon Carr" initials="JC" userId="S::jcarr@metaphaseconsulting.com::95aeffb7-d219-4f18-b37f-f6ace4ed113e" providerId="AD"/>
  <p188:author id="{D69985D4-8A76-9A80-B351-DFE37076C5AF}" name="Beth Angerman" initials="BA" userId="S::eangerman@metaphaseconsulting.com::4f4ba8d1-14b3-4edf-b57c-02a62d3c08cb" providerId="AD"/>
  <p188:author id="{76013AF1-367F-F515-7B5A-D0CF57711759}" name="Brett Mclaren" initials="BM" userId="S::bmclaren@metaphaseconsulting.com::319127fe-4bd5-4846-a2e8-f93b58755e2f" providerId="AD"/>
  <p188:author id="{7C23D8F5-251B-5224-FBC0-FD2C58416BC1}" name="Scott Cannon" initials="" userId="S::scannon@metaphaseconsulting.com::21cdca67-9833-436a-ab6e-6247137ea78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D731E"/>
    <a:srgbClr val="F27C13"/>
    <a:srgbClr val="1E2531"/>
    <a:srgbClr val="094776"/>
    <a:srgbClr val="FF6633"/>
    <a:srgbClr val="00D344"/>
    <a:srgbClr val="203864"/>
    <a:srgbClr val="FBD352"/>
    <a:srgbClr val="666633"/>
    <a:srgbClr val="BDBD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p:restoredTop sz="94729"/>
  </p:normalViewPr>
  <p:slideViewPr>
    <p:cSldViewPr snapToGrid="0">
      <p:cViewPr varScale="1">
        <p:scale>
          <a:sx n="129" d="100"/>
          <a:sy n="129" d="100"/>
        </p:scale>
        <p:origin x="976" y="488"/>
      </p:cViewPr>
      <p:guideLst>
        <p:guide pos="2880"/>
        <p:guide orient="horz" pos="162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font" Target="fonts/font1.fntdata"/><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701040" y="4415790"/>
            <a:ext cx="5608320" cy="4183380"/>
          </a:xfrm>
          <a:prstGeom prst="rect">
            <a:avLst/>
          </a:prstGeom>
          <a:noFill/>
          <a:ln>
            <a:noFill/>
          </a:ln>
        </p:spPr>
        <p:txBody>
          <a:bodyPr spcFirstLastPara="1" wrap="square" lIns="93162" tIns="93162" rIns="93162" bIns="93162"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a:extLst>
            <a:ext uri="{FF2B5EF4-FFF2-40B4-BE49-F238E27FC236}">
              <a16:creationId xmlns:a16="http://schemas.microsoft.com/office/drawing/2014/main" id="{7443FC3E-E448-6636-9FF5-6AF3A0093BE4}"/>
            </a:ext>
          </a:extLst>
        </p:cNvPr>
        <p:cNvGrpSpPr/>
        <p:nvPr/>
      </p:nvGrpSpPr>
      <p:grpSpPr>
        <a:xfrm>
          <a:off x="0" y="0"/>
          <a:ext cx="0" cy="0"/>
          <a:chOff x="0" y="0"/>
          <a:chExt cx="0" cy="0"/>
        </a:xfrm>
      </p:grpSpPr>
      <p:sp>
        <p:nvSpPr>
          <p:cNvPr id="319" name="Google Shape;319;p:notes">
            <a:extLst>
              <a:ext uri="{FF2B5EF4-FFF2-40B4-BE49-F238E27FC236}">
                <a16:creationId xmlns:a16="http://schemas.microsoft.com/office/drawing/2014/main" id="{DEE2C763-965A-4886-52A8-DEF7F44E92E0}"/>
              </a:ext>
            </a:extLst>
          </p:cNvPr>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20" name="Google Shape;320;p:notes">
            <a:extLst>
              <a:ext uri="{FF2B5EF4-FFF2-40B4-BE49-F238E27FC236}">
                <a16:creationId xmlns:a16="http://schemas.microsoft.com/office/drawing/2014/main" id="{F8258FF5-FA92-1013-CDB9-D67C29EEB0D0}"/>
              </a:ext>
            </a:extLst>
          </p:cNvPr>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lang="en-US" dirty="0"/>
          </a:p>
        </p:txBody>
      </p:sp>
    </p:spTree>
    <p:extLst>
      <p:ext uri="{BB962C8B-B14F-4D97-AF65-F5344CB8AC3E}">
        <p14:creationId xmlns:p14="http://schemas.microsoft.com/office/powerpoint/2010/main" val="24224582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64905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EE518-0780-F979-F724-340D743A3A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2FE6D6-0DF0-EBD0-81DD-EB77176DD11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E424DC-A6ED-F253-DEFA-CF151F13236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984982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6B026-2A1F-53FA-5EB2-FC96361DC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089519-80DF-5E9D-98CD-67CF99CBF6B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01B22DC-7B98-E611-F189-61A02F04646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901334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8FAE0-CB4F-1638-CC8C-2526BFFCB3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FFF863-E401-E5B7-93C6-44B9A896E9B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08FDEAE-B3DB-F534-0D27-5B5BE346282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045021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B2585-52B9-4D80-DB44-0319C8EB5C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28977E-71C1-FE2C-7004-6D6D1446073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BE14E42-E8A8-259C-537F-C97E931BA76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08274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F194E-3B61-4CEF-B0B6-62A1EF6823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23CAB3-5E89-AF91-4C21-F2CA59C7FB3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4643DC9-7761-1570-1422-2B31CD0DF8C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337671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DEC3A-2553-A6EC-9BAA-AED7CFFBF7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9C9923-FE09-05CD-E029-F51C768146B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025B782-0B44-CFB1-5D90-A7EE496B535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946144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E72B2-FBBA-2D0A-2AB7-B8E46BB13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E7AD6F-3F12-25D2-9A27-AC8148A3B80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ACB2702-94D7-9550-BC63-1773622A32F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440916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41181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12.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type="title">
  <p:cSld name="TITLE">
    <p:bg>
      <p:bgPr>
        <a:blipFill>
          <a:blip r:embed="rId2">
            <a:alphaModFix/>
          </a:blip>
          <a:stretch>
            <a:fillRect/>
          </a:stretch>
        </a:blipFill>
        <a:effectLst/>
      </p:bgPr>
    </p:bg>
    <p:spTree>
      <p:nvGrpSpPr>
        <p:cNvPr id="1" name="Shape 6"/>
        <p:cNvGrpSpPr/>
        <p:nvPr/>
      </p:nvGrpSpPr>
      <p:grpSpPr>
        <a:xfrm>
          <a:off x="0" y="0"/>
          <a:ext cx="0" cy="0"/>
          <a:chOff x="0" y="0"/>
          <a:chExt cx="0" cy="0"/>
        </a:xfrm>
      </p:grpSpPr>
      <p:sp>
        <p:nvSpPr>
          <p:cNvPr id="8" name="Google Shape;8;p2"/>
          <p:cNvSpPr txBox="1">
            <a:spLocks noGrp="1"/>
          </p:cNvSpPr>
          <p:nvPr>
            <p:ph type="title"/>
          </p:nvPr>
        </p:nvSpPr>
        <p:spPr>
          <a:xfrm>
            <a:off x="599727" y="3251475"/>
            <a:ext cx="7136700" cy="707400"/>
          </a:xfrm>
          <a:prstGeom prst="rect">
            <a:avLst/>
          </a:prstGeom>
          <a:noFill/>
          <a:ln>
            <a:noFill/>
          </a:ln>
        </p:spPr>
        <p:txBody>
          <a:bodyPr spcFirstLastPara="1" wrap="square" lIns="0" tIns="0" rIns="0" bIns="0" anchor="b" anchorCtr="0">
            <a:noAutofit/>
          </a:bodyPr>
          <a:lstStyle>
            <a:lvl1pPr lvl="0" rtl="0">
              <a:spcBef>
                <a:spcPts val="0"/>
              </a:spcBef>
              <a:spcAft>
                <a:spcPts val="0"/>
              </a:spcAft>
              <a:buNone/>
              <a:defRPr sz="2700" b="1">
                <a:latin typeface="Calibri"/>
                <a:ea typeface="Calibri"/>
                <a:cs typeface="Calibri"/>
                <a:sym typeface="Calibri"/>
              </a:defRPr>
            </a:lvl1pPr>
            <a:lvl2pPr lvl="1" rtl="0">
              <a:spcBef>
                <a:spcPts val="0"/>
              </a:spcBef>
              <a:spcAft>
                <a:spcPts val="0"/>
              </a:spcAft>
              <a:buNone/>
              <a:defRPr sz="2700"/>
            </a:lvl2pPr>
            <a:lvl3pPr lvl="2" rtl="0">
              <a:spcBef>
                <a:spcPts val="0"/>
              </a:spcBef>
              <a:spcAft>
                <a:spcPts val="0"/>
              </a:spcAft>
              <a:buNone/>
              <a:defRPr sz="2700"/>
            </a:lvl3pPr>
            <a:lvl4pPr lvl="3" rtl="0">
              <a:spcBef>
                <a:spcPts val="0"/>
              </a:spcBef>
              <a:spcAft>
                <a:spcPts val="0"/>
              </a:spcAft>
              <a:buNone/>
              <a:defRPr sz="2700"/>
            </a:lvl4pPr>
            <a:lvl5pPr lvl="4" rtl="0">
              <a:spcBef>
                <a:spcPts val="0"/>
              </a:spcBef>
              <a:spcAft>
                <a:spcPts val="0"/>
              </a:spcAft>
              <a:buNone/>
              <a:defRPr sz="2700"/>
            </a:lvl5pPr>
            <a:lvl6pPr lvl="5" rtl="0">
              <a:spcBef>
                <a:spcPts val="0"/>
              </a:spcBef>
              <a:spcAft>
                <a:spcPts val="0"/>
              </a:spcAft>
              <a:buNone/>
              <a:defRPr sz="2700"/>
            </a:lvl6pPr>
            <a:lvl7pPr lvl="6" rtl="0">
              <a:spcBef>
                <a:spcPts val="0"/>
              </a:spcBef>
              <a:spcAft>
                <a:spcPts val="0"/>
              </a:spcAft>
              <a:buNone/>
              <a:defRPr sz="2700"/>
            </a:lvl7pPr>
            <a:lvl8pPr lvl="7" rtl="0">
              <a:spcBef>
                <a:spcPts val="0"/>
              </a:spcBef>
              <a:spcAft>
                <a:spcPts val="0"/>
              </a:spcAft>
              <a:buNone/>
              <a:defRPr sz="2700"/>
            </a:lvl8pPr>
            <a:lvl9pPr lvl="8" rtl="0">
              <a:spcBef>
                <a:spcPts val="0"/>
              </a:spcBef>
              <a:spcAft>
                <a:spcPts val="0"/>
              </a:spcAft>
              <a:buNone/>
              <a:defRPr sz="2700"/>
            </a:lvl9pPr>
          </a:lstStyle>
          <a:p>
            <a:r>
              <a:rPr lang="en-US"/>
              <a:t>Click to edit Master title style</a:t>
            </a:r>
            <a:endParaRPr/>
          </a:p>
        </p:txBody>
      </p:sp>
      <p:sp>
        <p:nvSpPr>
          <p:cNvPr id="9" name="Google Shape;9;p2"/>
          <p:cNvSpPr txBox="1">
            <a:spLocks noGrp="1"/>
          </p:cNvSpPr>
          <p:nvPr>
            <p:ph type="subTitle" idx="1"/>
          </p:nvPr>
        </p:nvSpPr>
        <p:spPr>
          <a:xfrm>
            <a:off x="606388" y="4006525"/>
            <a:ext cx="7136700" cy="453300"/>
          </a:xfrm>
          <a:prstGeom prst="rect">
            <a:avLst/>
          </a:prstGeom>
          <a:noFill/>
          <a:ln>
            <a:noFill/>
          </a:ln>
        </p:spPr>
        <p:txBody>
          <a:bodyPr spcFirstLastPara="1" wrap="square" lIns="0" tIns="0" rIns="0" bIns="0" anchor="t" anchorCtr="0">
            <a:noAutofit/>
          </a:bodyPr>
          <a:lstStyle>
            <a:lvl1pPr lvl="0">
              <a:spcBef>
                <a:spcPts val="0"/>
              </a:spcBef>
              <a:spcAft>
                <a:spcPts val="0"/>
              </a:spcAft>
              <a:buNone/>
              <a:defRPr sz="2100" b="1">
                <a:solidFill>
                  <a:srgbClr val="666666"/>
                </a:solidFill>
                <a:latin typeface="Calibri"/>
                <a:ea typeface="Calibri"/>
                <a:cs typeface="Calibri"/>
                <a:sym typeface="Calibri"/>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r>
              <a:rPr lang="en-US"/>
              <a:t>Click to edit Master subtitle style</a:t>
            </a:r>
            <a:endParaRPr/>
          </a:p>
        </p:txBody>
      </p:sp>
      <p:sp>
        <p:nvSpPr>
          <p:cNvPr id="10" name="Google Shape;10;p2"/>
          <p:cNvSpPr/>
          <p:nvPr/>
        </p:nvSpPr>
        <p:spPr>
          <a:xfrm>
            <a:off x="614400" y="5029200"/>
            <a:ext cx="8529600" cy="116700"/>
          </a:xfrm>
          <a:prstGeom prst="rect">
            <a:avLst/>
          </a:prstGeom>
          <a:gradFill>
            <a:gsLst>
              <a:gs pos="0">
                <a:srgbClr val="FF6633"/>
              </a:gs>
              <a:gs pos="100000">
                <a:srgbClr val="EE4442"/>
              </a:gs>
            </a:gsLst>
            <a:lin ang="0" scaled="0"/>
          </a:gra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subTitle" idx="2"/>
          </p:nvPr>
        </p:nvSpPr>
        <p:spPr>
          <a:xfrm>
            <a:off x="4668750" y="-16193"/>
            <a:ext cx="4272600" cy="453300"/>
          </a:xfrm>
          <a:prstGeom prst="rect">
            <a:avLst/>
          </a:prstGeom>
          <a:noFill/>
          <a:ln>
            <a:noFill/>
          </a:ln>
        </p:spPr>
        <p:txBody>
          <a:bodyPr spcFirstLastPara="1" wrap="square" lIns="0" tIns="0" rIns="0" bIns="0" anchor="b" anchorCtr="0">
            <a:noAutofit/>
          </a:bodyPr>
          <a:lstStyle>
            <a:lvl1pPr lvl="0" algn="r" rtl="0">
              <a:spcBef>
                <a:spcPts val="0"/>
              </a:spcBef>
              <a:spcAft>
                <a:spcPts val="0"/>
              </a:spcAft>
              <a:buNone/>
              <a:defRPr sz="1700">
                <a:solidFill>
                  <a:srgbClr val="B7B7B7"/>
                </a:solidFill>
                <a:latin typeface="Calibri"/>
                <a:ea typeface="Calibri"/>
                <a:cs typeface="Calibri"/>
                <a:sym typeface="Calibri"/>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subtitle style</a:t>
            </a:r>
            <a:endParaRPr/>
          </a:p>
        </p:txBody>
      </p:sp>
      <p:sp>
        <p:nvSpPr>
          <p:cNvPr id="12" name="Google Shape;12;p2"/>
          <p:cNvSpPr txBox="1"/>
          <p:nvPr/>
        </p:nvSpPr>
        <p:spPr>
          <a:xfrm>
            <a:off x="7333871" y="473884"/>
            <a:ext cx="1609200" cy="1722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800" i="1">
                <a:solidFill>
                  <a:srgbClr val="D9D9D9"/>
                </a:solidFill>
              </a:rPr>
              <a:t>MetaPhase Proprietary</a:t>
            </a:r>
            <a:endParaRPr sz="800" i="1">
              <a:solidFill>
                <a:srgbClr val="D9D9D9"/>
              </a:solidFill>
            </a:endParaRPr>
          </a:p>
        </p:txBody>
      </p:sp>
      <p:pic>
        <p:nvPicPr>
          <p:cNvPr id="3" name="Picture 2" descr="A black and grey logo&#10;&#10;AI-generated content may be incorrect.">
            <a:extLst>
              <a:ext uri="{FF2B5EF4-FFF2-40B4-BE49-F238E27FC236}">
                <a16:creationId xmlns:a16="http://schemas.microsoft.com/office/drawing/2014/main" id="{F314A8D0-7B5C-CED2-0641-9EE807D4BE8C}"/>
              </a:ext>
            </a:extLst>
          </p:cNvPr>
          <p:cNvPicPr>
            <a:picLocks noChangeAspect="1"/>
          </p:cNvPicPr>
          <p:nvPr userDrawn="1"/>
        </p:nvPicPr>
        <p:blipFill>
          <a:blip r:embed="rId3"/>
          <a:stretch>
            <a:fillRect/>
          </a:stretch>
        </p:blipFill>
        <p:spPr>
          <a:xfrm>
            <a:off x="185154" y="142132"/>
            <a:ext cx="3005407" cy="589950"/>
          </a:xfrm>
          <a:prstGeom prst="rect">
            <a:avLst/>
          </a:prstGeom>
        </p:spPr>
      </p:pic>
    </p:spTree>
  </p:cSld>
  <p:clrMapOvr>
    <a:masterClrMapping/>
  </p:clrMapOvr>
  <p:extLst>
    <p:ext uri="{DCECCB84-F9BA-43D5-87BE-67443E8EF086}">
      <p15:sldGuideLst xmlns:p15="http://schemas.microsoft.com/office/powerpoint/2012/main">
        <p15:guide id="1" pos="2880">
          <p15:clr>
            <a:srgbClr val="FA7B17"/>
          </p15:clr>
        </p15:guide>
        <p15:guide id="2" orient="horz" pos="2574">
          <p15:clr>
            <a:srgbClr val="FA7B17"/>
          </p15:clr>
        </p15:guide>
        <p15:guide id="3" orient="horz" pos="2448">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ndex/Outline">
  <p:cSld name="CUSTOM_2">
    <p:spTree>
      <p:nvGrpSpPr>
        <p:cNvPr id="1" name="Shape 83"/>
        <p:cNvGrpSpPr/>
        <p:nvPr/>
      </p:nvGrpSpPr>
      <p:grpSpPr>
        <a:xfrm>
          <a:off x="0" y="0"/>
          <a:ext cx="0" cy="0"/>
          <a:chOff x="0" y="0"/>
          <a:chExt cx="0" cy="0"/>
        </a:xfrm>
      </p:grpSpPr>
      <p:sp>
        <p:nvSpPr>
          <p:cNvPr id="84" name="Google Shape;84;p8"/>
          <p:cNvSpPr/>
          <p:nvPr/>
        </p:nvSpPr>
        <p:spPr>
          <a:xfrm>
            <a:off x="-9350" y="-28025"/>
            <a:ext cx="9153300" cy="4587600"/>
          </a:xfrm>
          <a:prstGeom prst="rect">
            <a:avLst/>
          </a:prstGeom>
          <a:solidFill>
            <a:srgbClr val="66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5" name="Google Shape;85;p8"/>
          <p:cNvPicPr preferRelativeResize="0"/>
          <p:nvPr/>
        </p:nvPicPr>
        <p:blipFill rotWithShape="1">
          <a:blip r:embed="rId2">
            <a:alphaModFix amt="11000"/>
          </a:blip>
          <a:srcRect l="576" t="23518"/>
          <a:stretch/>
        </p:blipFill>
        <p:spPr>
          <a:xfrm>
            <a:off x="-21879" y="-39949"/>
            <a:ext cx="9057751" cy="3933800"/>
          </a:xfrm>
          <a:prstGeom prst="rect">
            <a:avLst/>
          </a:prstGeom>
          <a:noFill/>
          <a:ln>
            <a:noFill/>
          </a:ln>
        </p:spPr>
      </p:pic>
      <p:sp>
        <p:nvSpPr>
          <p:cNvPr id="87" name="Google Shape;87;p8"/>
          <p:cNvSpPr txBox="1">
            <a:spLocks noGrp="1"/>
          </p:cNvSpPr>
          <p:nvPr>
            <p:ph type="body" idx="1"/>
          </p:nvPr>
        </p:nvSpPr>
        <p:spPr>
          <a:xfrm>
            <a:off x="2907275" y="846929"/>
            <a:ext cx="5636700" cy="3001500"/>
          </a:xfrm>
          <a:prstGeom prst="rect">
            <a:avLst/>
          </a:prstGeom>
          <a:noFill/>
          <a:ln>
            <a:noFill/>
          </a:ln>
        </p:spPr>
        <p:txBody>
          <a:bodyPr spcFirstLastPara="1" wrap="square" lIns="0" tIns="0" rIns="0" bIns="0" anchor="t" anchorCtr="0">
            <a:noAutofit/>
          </a:bodyPr>
          <a:lstStyle>
            <a:lvl1pPr marL="457200" lvl="0" indent="-342900" rtl="0">
              <a:lnSpc>
                <a:spcPct val="115000"/>
              </a:lnSpc>
              <a:spcBef>
                <a:spcPts val="25"/>
              </a:spcBef>
              <a:spcAft>
                <a:spcPts val="0"/>
              </a:spcAft>
              <a:buClr>
                <a:srgbClr val="FF6633"/>
              </a:buClr>
              <a:buSzPts val="1800"/>
              <a:buFont typeface="Calibri"/>
              <a:buChar char="●"/>
              <a:defRPr sz="1800">
                <a:solidFill>
                  <a:srgbClr val="FFFFFF"/>
                </a:solidFill>
                <a:latin typeface="Calibri"/>
                <a:ea typeface="Calibri"/>
                <a:cs typeface="Calibri"/>
                <a:sym typeface="Calibri"/>
              </a:defRPr>
            </a:lvl1pPr>
            <a:lvl2pPr marL="914400" lvl="1" indent="-342900" rtl="0">
              <a:lnSpc>
                <a:spcPct val="115000"/>
              </a:lnSpc>
              <a:spcBef>
                <a:spcPts val="25"/>
              </a:spcBef>
              <a:spcAft>
                <a:spcPts val="0"/>
              </a:spcAft>
              <a:buClr>
                <a:srgbClr val="FF6633"/>
              </a:buClr>
              <a:buSzPts val="1800"/>
              <a:buFont typeface="Calibri"/>
              <a:buChar char="○"/>
              <a:defRPr sz="1800">
                <a:solidFill>
                  <a:srgbClr val="FFFFFF"/>
                </a:solidFill>
                <a:latin typeface="Calibri"/>
                <a:ea typeface="Calibri"/>
                <a:cs typeface="Calibri"/>
                <a:sym typeface="Calibri"/>
              </a:defRPr>
            </a:lvl2pPr>
            <a:lvl3pPr marL="1371600" lvl="2" indent="-342900" rtl="0">
              <a:lnSpc>
                <a:spcPct val="115000"/>
              </a:lnSpc>
              <a:spcBef>
                <a:spcPts val="25"/>
              </a:spcBef>
              <a:spcAft>
                <a:spcPts val="0"/>
              </a:spcAft>
              <a:buClr>
                <a:srgbClr val="FF6633"/>
              </a:buClr>
              <a:buSzPts val="1800"/>
              <a:buFont typeface="Calibri"/>
              <a:buChar char="■"/>
              <a:defRPr sz="1800">
                <a:solidFill>
                  <a:srgbClr val="FFFFFF"/>
                </a:solidFill>
                <a:latin typeface="Calibri"/>
                <a:ea typeface="Calibri"/>
                <a:cs typeface="Calibri"/>
                <a:sym typeface="Calibri"/>
              </a:defRPr>
            </a:lvl3pPr>
            <a:lvl4pPr marL="1828800" lvl="3" indent="-342900" rtl="0">
              <a:lnSpc>
                <a:spcPct val="115000"/>
              </a:lnSpc>
              <a:spcBef>
                <a:spcPts val="25"/>
              </a:spcBef>
              <a:spcAft>
                <a:spcPts val="0"/>
              </a:spcAft>
              <a:buClr>
                <a:srgbClr val="FF6633"/>
              </a:buClr>
              <a:buSzPts val="1800"/>
              <a:buFont typeface="Calibri"/>
              <a:buChar char="●"/>
              <a:defRPr sz="1800">
                <a:solidFill>
                  <a:srgbClr val="FFFFFF"/>
                </a:solidFill>
                <a:latin typeface="Calibri"/>
                <a:ea typeface="Calibri"/>
                <a:cs typeface="Calibri"/>
                <a:sym typeface="Calibri"/>
              </a:defRPr>
            </a:lvl4pPr>
            <a:lvl5pPr marL="2286000" lvl="4" indent="-342900" rtl="0">
              <a:lnSpc>
                <a:spcPct val="115000"/>
              </a:lnSpc>
              <a:spcBef>
                <a:spcPts val="25"/>
              </a:spcBef>
              <a:spcAft>
                <a:spcPts val="0"/>
              </a:spcAft>
              <a:buClr>
                <a:srgbClr val="FF6633"/>
              </a:buClr>
              <a:buSzPts val="1800"/>
              <a:buFont typeface="Calibri"/>
              <a:buChar char="○"/>
              <a:defRPr sz="1800">
                <a:solidFill>
                  <a:srgbClr val="FFFFFF"/>
                </a:solidFill>
                <a:latin typeface="Calibri"/>
                <a:ea typeface="Calibri"/>
                <a:cs typeface="Calibri"/>
                <a:sym typeface="Calibri"/>
              </a:defRPr>
            </a:lvl5pPr>
            <a:lvl6pPr marL="2743200" lvl="5" indent="-342900" rtl="0">
              <a:lnSpc>
                <a:spcPct val="115000"/>
              </a:lnSpc>
              <a:spcBef>
                <a:spcPts val="25"/>
              </a:spcBef>
              <a:spcAft>
                <a:spcPts val="0"/>
              </a:spcAft>
              <a:buClr>
                <a:srgbClr val="FFFFFF"/>
              </a:buClr>
              <a:buSzPts val="1800"/>
              <a:buFont typeface="Calibri"/>
              <a:buChar char="■"/>
              <a:defRPr sz="1800">
                <a:solidFill>
                  <a:srgbClr val="FFFFFF"/>
                </a:solidFill>
                <a:latin typeface="Calibri"/>
                <a:ea typeface="Calibri"/>
                <a:cs typeface="Calibri"/>
                <a:sym typeface="Calibri"/>
              </a:defRPr>
            </a:lvl6pPr>
            <a:lvl7pPr marL="3200400" lvl="6" indent="-342900" rtl="0">
              <a:lnSpc>
                <a:spcPct val="115000"/>
              </a:lnSpc>
              <a:spcBef>
                <a:spcPts val="25"/>
              </a:spcBef>
              <a:spcAft>
                <a:spcPts val="0"/>
              </a:spcAft>
              <a:buClr>
                <a:srgbClr val="FFFFFF"/>
              </a:buClr>
              <a:buSzPts val="1800"/>
              <a:buFont typeface="Calibri"/>
              <a:buChar char="●"/>
              <a:defRPr sz="1800">
                <a:solidFill>
                  <a:srgbClr val="FFFFFF"/>
                </a:solidFill>
                <a:latin typeface="Calibri"/>
                <a:ea typeface="Calibri"/>
                <a:cs typeface="Calibri"/>
                <a:sym typeface="Calibri"/>
              </a:defRPr>
            </a:lvl7pPr>
            <a:lvl8pPr marL="3657600" lvl="7" indent="-342900" rtl="0">
              <a:lnSpc>
                <a:spcPct val="115000"/>
              </a:lnSpc>
              <a:spcBef>
                <a:spcPts val="25"/>
              </a:spcBef>
              <a:spcAft>
                <a:spcPts val="0"/>
              </a:spcAft>
              <a:buClr>
                <a:srgbClr val="FFFFFF"/>
              </a:buClr>
              <a:buSzPts val="1800"/>
              <a:buFont typeface="Calibri"/>
              <a:buChar char="○"/>
              <a:defRPr sz="1800">
                <a:solidFill>
                  <a:srgbClr val="FFFFFF"/>
                </a:solidFill>
                <a:latin typeface="Calibri"/>
                <a:ea typeface="Calibri"/>
                <a:cs typeface="Calibri"/>
                <a:sym typeface="Calibri"/>
              </a:defRPr>
            </a:lvl8pPr>
            <a:lvl9pPr marL="4114800" lvl="8" indent="-342900" rtl="0">
              <a:lnSpc>
                <a:spcPct val="115000"/>
              </a:lnSpc>
              <a:spcBef>
                <a:spcPts val="25"/>
              </a:spcBef>
              <a:spcAft>
                <a:spcPts val="0"/>
              </a:spcAft>
              <a:buClr>
                <a:srgbClr val="FFFFFF"/>
              </a:buClr>
              <a:buSzPts val="1800"/>
              <a:buFont typeface="Calibri"/>
              <a:buChar char="■"/>
              <a:defRPr sz="1800">
                <a:solidFill>
                  <a:srgbClr val="FFFFFF"/>
                </a:solidFill>
                <a:latin typeface="Calibri"/>
                <a:ea typeface="Calibri"/>
                <a:cs typeface="Calibri"/>
                <a:sym typeface="Calibri"/>
              </a:defRPr>
            </a:lvl9pPr>
          </a:lstStyle>
          <a:p>
            <a:pPr lvl="0"/>
            <a:r>
              <a:rPr lang="en-US"/>
              <a:t>Click to edit Master text styles</a:t>
            </a:r>
          </a:p>
        </p:txBody>
      </p:sp>
      <p:sp>
        <p:nvSpPr>
          <p:cNvPr id="88" name="Google Shape;88;p8"/>
          <p:cNvSpPr txBox="1">
            <a:spLocks noGrp="1"/>
          </p:cNvSpPr>
          <p:nvPr>
            <p:ph type="subTitle" idx="2"/>
          </p:nvPr>
        </p:nvSpPr>
        <p:spPr>
          <a:xfrm>
            <a:off x="178850" y="4712975"/>
            <a:ext cx="5541900" cy="4533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1600" b="1">
                <a:latin typeface="Calibri"/>
                <a:ea typeface="Calibri"/>
                <a:cs typeface="Calibri"/>
                <a:sym typeface="Calibri"/>
              </a:defRPr>
            </a:lvl1pPr>
            <a:lvl2pPr lvl="1" rtl="0">
              <a:spcBef>
                <a:spcPts val="0"/>
              </a:spcBef>
              <a:spcAft>
                <a:spcPts val="0"/>
              </a:spcAft>
              <a:buNone/>
              <a:defRPr sz="1100"/>
            </a:lvl2pPr>
            <a:lvl3pPr lvl="2" rtl="0">
              <a:spcBef>
                <a:spcPts val="0"/>
              </a:spcBef>
              <a:spcAft>
                <a:spcPts val="0"/>
              </a:spcAft>
              <a:buNone/>
              <a:defRPr sz="1100"/>
            </a:lvl3pPr>
            <a:lvl4pPr lvl="3" rtl="0">
              <a:spcBef>
                <a:spcPts val="0"/>
              </a:spcBef>
              <a:spcAft>
                <a:spcPts val="0"/>
              </a:spcAft>
              <a:buNone/>
              <a:defRPr sz="1100"/>
            </a:lvl4pPr>
            <a:lvl5pPr lvl="4" rtl="0">
              <a:spcBef>
                <a:spcPts val="0"/>
              </a:spcBef>
              <a:spcAft>
                <a:spcPts val="0"/>
              </a:spcAft>
              <a:buNone/>
              <a:defRPr sz="1100"/>
            </a:lvl5pPr>
            <a:lvl6pPr lvl="5" rtl="0">
              <a:spcBef>
                <a:spcPts val="0"/>
              </a:spcBef>
              <a:spcAft>
                <a:spcPts val="0"/>
              </a:spcAft>
              <a:buNone/>
              <a:defRPr sz="1100"/>
            </a:lvl6pPr>
            <a:lvl7pPr lvl="6" rtl="0">
              <a:spcBef>
                <a:spcPts val="0"/>
              </a:spcBef>
              <a:spcAft>
                <a:spcPts val="0"/>
              </a:spcAft>
              <a:buNone/>
              <a:defRPr sz="1100"/>
            </a:lvl7pPr>
            <a:lvl8pPr lvl="7" rtl="0">
              <a:spcBef>
                <a:spcPts val="0"/>
              </a:spcBef>
              <a:spcAft>
                <a:spcPts val="0"/>
              </a:spcAft>
              <a:buNone/>
              <a:defRPr sz="1100"/>
            </a:lvl8pPr>
            <a:lvl9pPr lvl="8" rtl="0">
              <a:spcBef>
                <a:spcPts val="0"/>
              </a:spcBef>
              <a:spcAft>
                <a:spcPts val="0"/>
              </a:spcAft>
              <a:buNone/>
              <a:defRPr sz="1100"/>
            </a:lvl9pPr>
          </a:lstStyle>
          <a:p>
            <a:r>
              <a:rPr lang="en-US"/>
              <a:t>Click to edit Master subtitle style</a:t>
            </a:r>
            <a:endParaRPr/>
          </a:p>
        </p:txBody>
      </p:sp>
      <p:sp>
        <p:nvSpPr>
          <p:cNvPr id="89" name="Google Shape;89;p8"/>
          <p:cNvSpPr txBox="1">
            <a:spLocks noGrp="1"/>
          </p:cNvSpPr>
          <p:nvPr>
            <p:ph type="title"/>
          </p:nvPr>
        </p:nvSpPr>
        <p:spPr>
          <a:xfrm>
            <a:off x="492481" y="146236"/>
            <a:ext cx="2380200" cy="1113000"/>
          </a:xfrm>
          <a:prstGeom prst="rect">
            <a:avLst/>
          </a:prstGeom>
          <a:noFill/>
          <a:ln>
            <a:noFill/>
          </a:ln>
        </p:spPr>
        <p:txBody>
          <a:bodyPr spcFirstLastPara="1" wrap="square" lIns="91425" tIns="91425" rIns="91425" bIns="91425" anchor="t" anchorCtr="0">
            <a:noAutofit/>
          </a:bodyPr>
          <a:lstStyle>
            <a:lvl1pPr lvl="0" algn="r">
              <a:spcBef>
                <a:spcPts val="0"/>
              </a:spcBef>
              <a:spcAft>
                <a:spcPts val="0"/>
              </a:spcAft>
              <a:buNone/>
              <a:defRPr sz="7200" b="1">
                <a:solidFill>
                  <a:srgbClr val="FFFFFF"/>
                </a:solidFill>
                <a:latin typeface="Bebas Neue"/>
                <a:ea typeface="Bebas Neue"/>
                <a:cs typeface="Bebas Neue"/>
                <a:sym typeface="Bebas Neu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r>
              <a:rPr lang="en-US"/>
              <a:t>Click to edit Master title style</a:t>
            </a:r>
            <a:endParaRPr/>
          </a:p>
        </p:txBody>
      </p:sp>
      <p:sp>
        <p:nvSpPr>
          <p:cNvPr id="90" name="Google Shape;90;p8"/>
          <p:cNvSpPr txBox="1">
            <a:spLocks noGrp="1"/>
          </p:cNvSpPr>
          <p:nvPr>
            <p:ph type="subTitle" idx="3"/>
          </p:nvPr>
        </p:nvSpPr>
        <p:spPr>
          <a:xfrm>
            <a:off x="2995601" y="378464"/>
            <a:ext cx="5388000" cy="384900"/>
          </a:xfrm>
          <a:prstGeom prst="rect">
            <a:avLst/>
          </a:prstGeom>
          <a:noFill/>
          <a:ln>
            <a:noFill/>
          </a:ln>
        </p:spPr>
        <p:txBody>
          <a:bodyPr spcFirstLastPara="1" wrap="square" lIns="0" tIns="0" rIns="0" bIns="0" anchor="t" anchorCtr="0">
            <a:noAutofit/>
          </a:bodyPr>
          <a:lstStyle>
            <a:lvl1pPr lvl="0">
              <a:spcBef>
                <a:spcPts val="0"/>
              </a:spcBef>
              <a:spcAft>
                <a:spcPts val="0"/>
              </a:spcAft>
              <a:buNone/>
              <a:defRPr sz="3000" b="1">
                <a:solidFill>
                  <a:srgbClr val="FF6633"/>
                </a:solidFill>
                <a:latin typeface="Bebas Neue"/>
                <a:ea typeface="Bebas Neue"/>
                <a:cs typeface="Bebas Neue"/>
                <a:sym typeface="Bebas Neu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r>
              <a:rPr lang="en-US"/>
              <a:t>Click to edit Master subtitle style</a:t>
            </a:r>
            <a:endParaRPr/>
          </a:p>
        </p:txBody>
      </p:sp>
      <p:sp>
        <p:nvSpPr>
          <p:cNvPr id="91" name="Google Shape;91;p8"/>
          <p:cNvSpPr txBox="1"/>
          <p:nvPr/>
        </p:nvSpPr>
        <p:spPr>
          <a:xfrm>
            <a:off x="7352677" y="4271286"/>
            <a:ext cx="1609200" cy="1722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800" i="1">
                <a:solidFill>
                  <a:srgbClr val="D9D9D9"/>
                </a:solidFill>
              </a:rPr>
              <a:t>MetaPhase Proprietary</a:t>
            </a:r>
            <a:endParaRPr sz="800" i="1">
              <a:solidFill>
                <a:srgbClr val="D9D9D9"/>
              </a:solidFill>
            </a:endParaRPr>
          </a:p>
        </p:txBody>
      </p:sp>
      <p:pic>
        <p:nvPicPr>
          <p:cNvPr id="3" name="Picture 2" descr="A black and grey logo&#10;&#10;AI-generated content may be incorrect.">
            <a:extLst>
              <a:ext uri="{FF2B5EF4-FFF2-40B4-BE49-F238E27FC236}">
                <a16:creationId xmlns:a16="http://schemas.microsoft.com/office/drawing/2014/main" id="{AD05536B-01C0-8692-73DB-49CAC1A889B6}"/>
              </a:ext>
            </a:extLst>
          </p:cNvPr>
          <p:cNvPicPr>
            <a:picLocks noChangeAspect="1"/>
          </p:cNvPicPr>
          <p:nvPr userDrawn="1"/>
        </p:nvPicPr>
        <p:blipFill>
          <a:blip r:embed="rId3"/>
          <a:stretch>
            <a:fillRect/>
          </a:stretch>
        </p:blipFill>
        <p:spPr>
          <a:xfrm>
            <a:off x="7438130" y="4712975"/>
            <a:ext cx="1597742" cy="313631"/>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loser Alternate 1">
  <p:cSld name="CUSTOM_2_2_1_1">
    <p:spTree>
      <p:nvGrpSpPr>
        <p:cNvPr id="1" name="Shape 101"/>
        <p:cNvGrpSpPr/>
        <p:nvPr/>
      </p:nvGrpSpPr>
      <p:grpSpPr>
        <a:xfrm>
          <a:off x="0" y="0"/>
          <a:ext cx="0" cy="0"/>
          <a:chOff x="0" y="0"/>
          <a:chExt cx="0" cy="0"/>
        </a:xfrm>
      </p:grpSpPr>
      <p:sp>
        <p:nvSpPr>
          <p:cNvPr id="102" name="Google Shape;102;p10"/>
          <p:cNvSpPr/>
          <p:nvPr/>
        </p:nvSpPr>
        <p:spPr>
          <a:xfrm>
            <a:off x="-4650" y="0"/>
            <a:ext cx="9153300" cy="3915600"/>
          </a:xfrm>
          <a:prstGeom prst="rect">
            <a:avLst/>
          </a:prstGeom>
          <a:solidFill>
            <a:srgbClr val="66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3" name="Google Shape;103;p10"/>
          <p:cNvPicPr preferRelativeResize="0"/>
          <p:nvPr/>
        </p:nvPicPr>
        <p:blipFill rotWithShape="1">
          <a:blip r:embed="rId2">
            <a:alphaModFix amt="11000"/>
          </a:blip>
          <a:srcRect l="576" t="23518"/>
          <a:stretch/>
        </p:blipFill>
        <p:spPr>
          <a:xfrm rot="10800000">
            <a:off x="94299" y="-27875"/>
            <a:ext cx="9057751" cy="3933800"/>
          </a:xfrm>
          <a:prstGeom prst="rect">
            <a:avLst/>
          </a:prstGeom>
          <a:noFill/>
          <a:ln>
            <a:noFill/>
          </a:ln>
        </p:spPr>
      </p:pic>
      <p:sp>
        <p:nvSpPr>
          <p:cNvPr id="104" name="Google Shape;104;p10"/>
          <p:cNvSpPr/>
          <p:nvPr/>
        </p:nvSpPr>
        <p:spPr>
          <a:xfrm>
            <a:off x="-9350" y="3912872"/>
            <a:ext cx="9153300" cy="226800"/>
          </a:xfrm>
          <a:prstGeom prst="rect">
            <a:avLst/>
          </a:prstGeom>
          <a:gradFill>
            <a:gsLst>
              <a:gs pos="0">
                <a:srgbClr val="FF6633"/>
              </a:gs>
              <a:gs pos="100000">
                <a:srgbClr val="EE444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0"/>
          <p:cNvSpPr txBox="1"/>
          <p:nvPr/>
        </p:nvSpPr>
        <p:spPr>
          <a:xfrm>
            <a:off x="7352677" y="3628872"/>
            <a:ext cx="1609200" cy="1722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800" i="1">
                <a:solidFill>
                  <a:srgbClr val="D9D9D9"/>
                </a:solidFill>
              </a:rPr>
              <a:t>MetaPhase Proprietary</a:t>
            </a:r>
            <a:endParaRPr sz="800" i="1">
              <a:solidFill>
                <a:srgbClr val="D9D9D9"/>
              </a:solidFill>
            </a:endParaRPr>
          </a:p>
        </p:txBody>
      </p:sp>
      <p:sp>
        <p:nvSpPr>
          <p:cNvPr id="107" name="Google Shape;107;p10"/>
          <p:cNvSpPr txBox="1"/>
          <p:nvPr/>
        </p:nvSpPr>
        <p:spPr>
          <a:xfrm>
            <a:off x="1913281" y="2008975"/>
            <a:ext cx="2646000" cy="1422900"/>
          </a:xfrm>
          <a:prstGeom prst="rect">
            <a:avLst/>
          </a:prstGeom>
          <a:noFill/>
          <a:ln>
            <a:noFill/>
          </a:ln>
        </p:spPr>
        <p:txBody>
          <a:bodyPr spcFirstLastPara="1" wrap="square" lIns="0" tIns="0" rIns="0" bIns="0" anchor="t" anchorCtr="0">
            <a:noAutofit/>
          </a:bodyPr>
          <a:lstStyle/>
          <a:p>
            <a:pPr marL="0" lvl="0" indent="0" algn="r" rtl="0">
              <a:spcBef>
                <a:spcPts val="25"/>
              </a:spcBef>
              <a:spcAft>
                <a:spcPts val="0"/>
              </a:spcAft>
              <a:buNone/>
            </a:pPr>
            <a:r>
              <a:rPr lang="en" sz="1300" b="1">
                <a:solidFill>
                  <a:srgbClr val="FFFFFF"/>
                </a:solidFill>
                <a:latin typeface="Calibri"/>
                <a:ea typeface="Calibri"/>
                <a:cs typeface="Calibri"/>
                <a:sym typeface="Calibri"/>
              </a:rPr>
              <a:t>Name</a:t>
            </a:r>
            <a:endParaRPr sz="1300" b="1">
              <a:solidFill>
                <a:srgbClr val="FFFFFF"/>
              </a:solidFill>
              <a:latin typeface="Calibri"/>
              <a:ea typeface="Calibri"/>
              <a:cs typeface="Calibri"/>
              <a:sym typeface="Calibri"/>
            </a:endParaRPr>
          </a:p>
          <a:p>
            <a:pPr marL="0" lvl="0" indent="0" algn="r" rtl="0">
              <a:spcBef>
                <a:spcPts val="25"/>
              </a:spcBef>
              <a:spcAft>
                <a:spcPts val="0"/>
              </a:spcAft>
              <a:buNone/>
            </a:pPr>
            <a:r>
              <a:rPr lang="en" sz="1100">
                <a:solidFill>
                  <a:srgbClr val="D9D9D9"/>
                </a:solidFill>
                <a:latin typeface="Calibri"/>
                <a:ea typeface="Calibri"/>
                <a:cs typeface="Calibri"/>
                <a:sym typeface="Calibri"/>
              </a:rPr>
              <a:t>Title</a:t>
            </a:r>
            <a:endParaRPr sz="1100">
              <a:solidFill>
                <a:srgbClr val="D9D9D9"/>
              </a:solidFill>
              <a:latin typeface="Calibri"/>
              <a:ea typeface="Calibri"/>
              <a:cs typeface="Calibri"/>
              <a:sym typeface="Calibri"/>
            </a:endParaRPr>
          </a:p>
          <a:p>
            <a:pPr marL="0" lvl="0" indent="0" algn="r" rtl="0">
              <a:spcBef>
                <a:spcPts val="25"/>
              </a:spcBef>
              <a:spcAft>
                <a:spcPts val="0"/>
              </a:spcAft>
              <a:buNone/>
            </a:pPr>
            <a:endParaRPr sz="1300">
              <a:solidFill>
                <a:srgbClr val="666666"/>
              </a:solidFill>
              <a:latin typeface="Calibri"/>
              <a:ea typeface="Calibri"/>
              <a:cs typeface="Calibri"/>
              <a:sym typeface="Calibri"/>
            </a:endParaRPr>
          </a:p>
          <a:p>
            <a:pPr marL="0" lvl="0" indent="0" algn="r" rtl="0">
              <a:spcBef>
                <a:spcPts val="25"/>
              </a:spcBef>
              <a:spcAft>
                <a:spcPts val="0"/>
              </a:spcAft>
              <a:buNone/>
            </a:pPr>
            <a:r>
              <a:rPr lang="en" sz="1300" b="1">
                <a:solidFill>
                  <a:srgbClr val="FFFFFF"/>
                </a:solidFill>
                <a:latin typeface="Calibri"/>
                <a:ea typeface="Calibri"/>
                <a:cs typeface="Calibri"/>
                <a:sym typeface="Calibri"/>
              </a:rPr>
              <a:t>Name</a:t>
            </a:r>
            <a:endParaRPr sz="1300" b="1">
              <a:solidFill>
                <a:srgbClr val="FFFFFF"/>
              </a:solidFill>
              <a:latin typeface="Calibri"/>
              <a:ea typeface="Calibri"/>
              <a:cs typeface="Calibri"/>
              <a:sym typeface="Calibri"/>
            </a:endParaRPr>
          </a:p>
          <a:p>
            <a:pPr marL="0" lvl="0" indent="0" algn="r" rtl="0">
              <a:spcBef>
                <a:spcPts val="25"/>
              </a:spcBef>
              <a:spcAft>
                <a:spcPts val="0"/>
              </a:spcAft>
              <a:buNone/>
            </a:pPr>
            <a:r>
              <a:rPr lang="en" sz="1100">
                <a:solidFill>
                  <a:srgbClr val="D9D9D9"/>
                </a:solidFill>
                <a:latin typeface="Calibri"/>
                <a:ea typeface="Calibri"/>
                <a:cs typeface="Calibri"/>
                <a:sym typeface="Calibri"/>
              </a:rPr>
              <a:t>Title</a:t>
            </a:r>
            <a:endParaRPr sz="1100">
              <a:solidFill>
                <a:srgbClr val="D9D9D9"/>
              </a:solidFill>
              <a:latin typeface="Calibri"/>
              <a:ea typeface="Calibri"/>
              <a:cs typeface="Calibri"/>
              <a:sym typeface="Calibri"/>
            </a:endParaRPr>
          </a:p>
        </p:txBody>
      </p:sp>
      <p:sp>
        <p:nvSpPr>
          <p:cNvPr id="108" name="Google Shape;108;p10"/>
          <p:cNvSpPr txBox="1">
            <a:spLocks noGrp="1"/>
          </p:cNvSpPr>
          <p:nvPr>
            <p:ph type="body" idx="1"/>
          </p:nvPr>
        </p:nvSpPr>
        <p:spPr>
          <a:xfrm>
            <a:off x="4761850" y="927568"/>
            <a:ext cx="4480200" cy="906000"/>
          </a:xfrm>
          <a:prstGeom prst="rect">
            <a:avLst/>
          </a:prstGeom>
          <a:noFill/>
          <a:ln>
            <a:noFill/>
          </a:ln>
        </p:spPr>
        <p:txBody>
          <a:bodyPr spcFirstLastPara="1" wrap="square" lIns="91425" tIns="91425" rIns="91425" bIns="91425" anchor="ctr"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pPr lvl="0"/>
            <a:r>
              <a:rPr lang="en-US"/>
              <a:t>Click to edit Master text styles</a:t>
            </a:r>
          </a:p>
        </p:txBody>
      </p:sp>
      <p:sp>
        <p:nvSpPr>
          <p:cNvPr id="109" name="Google Shape;109;p10"/>
          <p:cNvSpPr txBox="1"/>
          <p:nvPr/>
        </p:nvSpPr>
        <p:spPr>
          <a:xfrm>
            <a:off x="762000" y="150688"/>
            <a:ext cx="3888900" cy="11130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7200" b="1">
                <a:solidFill>
                  <a:schemeClr val="lt1"/>
                </a:solidFill>
                <a:latin typeface="Bebas Neue"/>
                <a:ea typeface="Bebas Neue"/>
                <a:cs typeface="Bebas Neue"/>
                <a:sym typeface="Bebas Neue"/>
              </a:rPr>
              <a:t>THANK YOU</a:t>
            </a:r>
            <a:endParaRPr/>
          </a:p>
        </p:txBody>
      </p:sp>
      <p:sp>
        <p:nvSpPr>
          <p:cNvPr id="110" name="Google Shape;110;p10"/>
          <p:cNvSpPr txBox="1">
            <a:spLocks noGrp="1"/>
          </p:cNvSpPr>
          <p:nvPr>
            <p:ph type="subTitle" idx="2"/>
          </p:nvPr>
        </p:nvSpPr>
        <p:spPr>
          <a:xfrm>
            <a:off x="4773975" y="382913"/>
            <a:ext cx="4596300" cy="3849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pic>
        <p:nvPicPr>
          <p:cNvPr id="3" name="Picture 2" descr="A black and grey logo&#10;&#10;AI-generated content may be incorrect.">
            <a:extLst>
              <a:ext uri="{FF2B5EF4-FFF2-40B4-BE49-F238E27FC236}">
                <a16:creationId xmlns:a16="http://schemas.microsoft.com/office/drawing/2014/main" id="{A130C2A2-59A1-29F3-622E-74069F8D976D}"/>
              </a:ext>
            </a:extLst>
          </p:cNvPr>
          <p:cNvPicPr>
            <a:picLocks noChangeAspect="1"/>
          </p:cNvPicPr>
          <p:nvPr userDrawn="1"/>
        </p:nvPicPr>
        <p:blipFill>
          <a:blip r:embed="rId3"/>
          <a:stretch>
            <a:fillRect/>
          </a:stretch>
        </p:blipFill>
        <p:spPr>
          <a:xfrm>
            <a:off x="2838636" y="4298513"/>
            <a:ext cx="3441290" cy="67551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ultipurpose - 2x2 Grid">
  <p:cSld name="BLANK_2">
    <p:spTree>
      <p:nvGrpSpPr>
        <p:cNvPr id="1" name="Shape 127"/>
        <p:cNvGrpSpPr/>
        <p:nvPr/>
      </p:nvGrpSpPr>
      <p:grpSpPr>
        <a:xfrm>
          <a:off x="0" y="0"/>
          <a:ext cx="0" cy="0"/>
          <a:chOff x="0" y="0"/>
          <a:chExt cx="0" cy="0"/>
        </a:xfrm>
      </p:grpSpPr>
      <p:sp>
        <p:nvSpPr>
          <p:cNvPr id="128" name="Google Shape;128;p12"/>
          <p:cNvSpPr txBox="1">
            <a:spLocks noGrp="1"/>
          </p:cNvSpPr>
          <p:nvPr>
            <p:ph type="title"/>
          </p:nvPr>
        </p:nvSpPr>
        <p:spPr>
          <a:xfrm>
            <a:off x="613713" y="338800"/>
            <a:ext cx="5391000" cy="5325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3800" b="1">
                <a:solidFill>
                  <a:srgbClr val="434343"/>
                </a:solidFill>
                <a:latin typeface="Bebas Neue"/>
                <a:ea typeface="Bebas Neue"/>
                <a:cs typeface="Bebas Neue"/>
                <a:sym typeface="Bebas Neu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title style</a:t>
            </a:r>
            <a:endParaRPr/>
          </a:p>
        </p:txBody>
      </p:sp>
      <p:sp>
        <p:nvSpPr>
          <p:cNvPr id="129" name="Google Shape;129;p12"/>
          <p:cNvSpPr txBox="1">
            <a:spLocks noGrp="1"/>
          </p:cNvSpPr>
          <p:nvPr>
            <p:ph type="subTitle" idx="1"/>
          </p:nvPr>
        </p:nvSpPr>
        <p:spPr>
          <a:xfrm>
            <a:off x="613713" y="883850"/>
            <a:ext cx="4447500" cy="3786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2100" b="1">
                <a:solidFill>
                  <a:srgbClr val="FF6633"/>
                </a:solidFill>
                <a:latin typeface="Bebas Neue"/>
                <a:ea typeface="Bebas Neue"/>
                <a:cs typeface="Bebas Neue"/>
                <a:sym typeface="Bebas Neu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subtitle style</a:t>
            </a:r>
            <a:endParaRPr/>
          </a:p>
        </p:txBody>
      </p:sp>
      <p:sp>
        <p:nvSpPr>
          <p:cNvPr id="130" name="Google Shape;130;p12"/>
          <p:cNvSpPr txBox="1">
            <a:spLocks noGrp="1"/>
          </p:cNvSpPr>
          <p:nvPr>
            <p:ph type="subTitle" idx="2"/>
          </p:nvPr>
        </p:nvSpPr>
        <p:spPr>
          <a:xfrm>
            <a:off x="3827750" y="413163"/>
            <a:ext cx="4952100" cy="7182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1200">
                <a:latin typeface="Calibri"/>
                <a:ea typeface="Calibri"/>
                <a:cs typeface="Calibri"/>
                <a:sym typeface="Calibri"/>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subtitle style</a:t>
            </a:r>
            <a:endParaRPr/>
          </a:p>
        </p:txBody>
      </p:sp>
      <p:pic>
        <p:nvPicPr>
          <p:cNvPr id="131" name="Google Shape;131;p12"/>
          <p:cNvPicPr preferRelativeResize="0"/>
          <p:nvPr/>
        </p:nvPicPr>
        <p:blipFill>
          <a:blip r:embed="rId2">
            <a:alphaModFix/>
          </a:blip>
          <a:stretch>
            <a:fillRect/>
          </a:stretch>
        </p:blipFill>
        <p:spPr>
          <a:xfrm>
            <a:off x="8684413" y="4884525"/>
            <a:ext cx="459581" cy="261938"/>
          </a:xfrm>
          <a:prstGeom prst="rect">
            <a:avLst/>
          </a:prstGeom>
          <a:noFill/>
          <a:ln>
            <a:noFill/>
          </a:ln>
        </p:spPr>
      </p:pic>
      <p:sp>
        <p:nvSpPr>
          <p:cNvPr id="132" name="Google Shape;132;p12"/>
          <p:cNvSpPr txBox="1">
            <a:spLocks noGrp="1"/>
          </p:cNvSpPr>
          <p:nvPr>
            <p:ph type="sldNum" idx="12"/>
          </p:nvPr>
        </p:nvSpPr>
        <p:spPr>
          <a:xfrm>
            <a:off x="8801400" y="4941080"/>
            <a:ext cx="342600" cy="172200"/>
          </a:xfrm>
          <a:prstGeom prst="rect">
            <a:avLst/>
          </a:prstGeom>
          <a:noFill/>
          <a:ln>
            <a:noFill/>
          </a:ln>
        </p:spPr>
        <p:txBody>
          <a:bodyPr spcFirstLastPara="1" wrap="square" lIns="0" tIns="0" rIns="0" bIns="0" anchor="b" anchorCtr="0">
            <a:noAutofit/>
          </a:bodyPr>
          <a:lstStyle>
            <a:lvl1pPr lvl="0" algn="ctr" rtl="0">
              <a:buNone/>
              <a:defRPr>
                <a:solidFill>
                  <a:srgbClr val="FFFFFF"/>
                </a:solidFill>
                <a:latin typeface="Calibri"/>
                <a:ea typeface="Calibri"/>
                <a:cs typeface="Calibri"/>
                <a:sym typeface="Calibri"/>
              </a:defRPr>
            </a:lvl1pPr>
            <a:lvl2pPr lvl="1" algn="ctr" rtl="0">
              <a:buNone/>
              <a:defRPr>
                <a:solidFill>
                  <a:srgbClr val="FFFFFF"/>
                </a:solidFill>
                <a:latin typeface="Calibri"/>
                <a:ea typeface="Calibri"/>
                <a:cs typeface="Calibri"/>
                <a:sym typeface="Calibri"/>
              </a:defRPr>
            </a:lvl2pPr>
            <a:lvl3pPr lvl="2" algn="ctr" rtl="0">
              <a:buNone/>
              <a:defRPr>
                <a:solidFill>
                  <a:srgbClr val="FFFFFF"/>
                </a:solidFill>
                <a:latin typeface="Calibri"/>
                <a:ea typeface="Calibri"/>
                <a:cs typeface="Calibri"/>
                <a:sym typeface="Calibri"/>
              </a:defRPr>
            </a:lvl3pPr>
            <a:lvl4pPr lvl="3" algn="ctr" rtl="0">
              <a:buNone/>
              <a:defRPr>
                <a:solidFill>
                  <a:srgbClr val="FFFFFF"/>
                </a:solidFill>
                <a:latin typeface="Calibri"/>
                <a:ea typeface="Calibri"/>
                <a:cs typeface="Calibri"/>
                <a:sym typeface="Calibri"/>
              </a:defRPr>
            </a:lvl4pPr>
            <a:lvl5pPr lvl="4" algn="ctr" rtl="0">
              <a:buNone/>
              <a:defRPr>
                <a:solidFill>
                  <a:srgbClr val="FFFFFF"/>
                </a:solidFill>
                <a:latin typeface="Calibri"/>
                <a:ea typeface="Calibri"/>
                <a:cs typeface="Calibri"/>
                <a:sym typeface="Calibri"/>
              </a:defRPr>
            </a:lvl5pPr>
            <a:lvl6pPr lvl="5" algn="ctr" rtl="0">
              <a:buNone/>
              <a:defRPr>
                <a:solidFill>
                  <a:srgbClr val="FFFFFF"/>
                </a:solidFill>
                <a:latin typeface="Calibri"/>
                <a:ea typeface="Calibri"/>
                <a:cs typeface="Calibri"/>
                <a:sym typeface="Calibri"/>
              </a:defRPr>
            </a:lvl6pPr>
            <a:lvl7pPr lvl="6" algn="ctr" rtl="0">
              <a:buNone/>
              <a:defRPr>
                <a:solidFill>
                  <a:srgbClr val="FFFFFF"/>
                </a:solidFill>
                <a:latin typeface="Calibri"/>
                <a:ea typeface="Calibri"/>
                <a:cs typeface="Calibri"/>
                <a:sym typeface="Calibri"/>
              </a:defRPr>
            </a:lvl7pPr>
            <a:lvl8pPr lvl="7" algn="ctr" rtl="0">
              <a:buNone/>
              <a:defRPr>
                <a:solidFill>
                  <a:srgbClr val="FFFFFF"/>
                </a:solidFill>
                <a:latin typeface="Calibri"/>
                <a:ea typeface="Calibri"/>
                <a:cs typeface="Calibri"/>
                <a:sym typeface="Calibri"/>
              </a:defRPr>
            </a:lvl8pPr>
            <a:lvl9pPr lvl="8" algn="ctr" rtl="0">
              <a:buNone/>
              <a:defRPr>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
              <a:t>‹#›</a:t>
            </a:fld>
            <a:endParaRPr/>
          </a:p>
        </p:txBody>
      </p:sp>
      <p:sp>
        <p:nvSpPr>
          <p:cNvPr id="133" name="Google Shape;133;p12"/>
          <p:cNvSpPr txBox="1">
            <a:spLocks noGrp="1"/>
          </p:cNvSpPr>
          <p:nvPr>
            <p:ph type="title" idx="3"/>
          </p:nvPr>
        </p:nvSpPr>
        <p:spPr>
          <a:xfrm>
            <a:off x="615789" y="1377763"/>
            <a:ext cx="2648700" cy="261900"/>
          </a:xfrm>
          <a:prstGeom prst="rect">
            <a:avLst/>
          </a:prstGeom>
          <a:noFill/>
          <a:ln>
            <a:noFill/>
          </a:ln>
        </p:spPr>
        <p:txBody>
          <a:bodyPr spcFirstLastPara="1" wrap="square" lIns="0" tIns="0" rIns="0" bIns="0" anchor="b" anchorCtr="0">
            <a:noAutofit/>
          </a:bodyPr>
          <a:lstStyle>
            <a:lvl1pPr lvl="0" rtl="0">
              <a:spcBef>
                <a:spcPts val="0"/>
              </a:spcBef>
              <a:spcAft>
                <a:spcPts val="0"/>
              </a:spcAft>
              <a:buNone/>
              <a:defRPr sz="1300" b="1">
                <a:solidFill>
                  <a:srgbClr val="FF6633"/>
                </a:solidFill>
                <a:latin typeface="Calibri"/>
                <a:ea typeface="Calibri"/>
                <a:cs typeface="Calibri"/>
                <a:sym typeface="Calibri"/>
              </a:defRPr>
            </a:lvl1pPr>
            <a:lvl2pPr lvl="1" rtl="0">
              <a:spcBef>
                <a:spcPts val="0"/>
              </a:spcBef>
              <a:spcAft>
                <a:spcPts val="0"/>
              </a:spcAft>
              <a:buNone/>
              <a:defRPr sz="1300" b="1">
                <a:solidFill>
                  <a:srgbClr val="FF6633"/>
                </a:solidFill>
                <a:latin typeface="Calibri"/>
                <a:ea typeface="Calibri"/>
                <a:cs typeface="Calibri"/>
                <a:sym typeface="Calibri"/>
              </a:defRPr>
            </a:lvl2pPr>
            <a:lvl3pPr lvl="2" rtl="0">
              <a:spcBef>
                <a:spcPts val="0"/>
              </a:spcBef>
              <a:spcAft>
                <a:spcPts val="0"/>
              </a:spcAft>
              <a:buNone/>
              <a:defRPr sz="1300" b="1">
                <a:solidFill>
                  <a:srgbClr val="FF6633"/>
                </a:solidFill>
                <a:latin typeface="Calibri"/>
                <a:ea typeface="Calibri"/>
                <a:cs typeface="Calibri"/>
                <a:sym typeface="Calibri"/>
              </a:defRPr>
            </a:lvl3pPr>
            <a:lvl4pPr lvl="3" rtl="0">
              <a:spcBef>
                <a:spcPts val="0"/>
              </a:spcBef>
              <a:spcAft>
                <a:spcPts val="0"/>
              </a:spcAft>
              <a:buNone/>
              <a:defRPr sz="1300" b="1">
                <a:solidFill>
                  <a:srgbClr val="FF6633"/>
                </a:solidFill>
                <a:latin typeface="Calibri"/>
                <a:ea typeface="Calibri"/>
                <a:cs typeface="Calibri"/>
                <a:sym typeface="Calibri"/>
              </a:defRPr>
            </a:lvl4pPr>
            <a:lvl5pPr lvl="4" rtl="0">
              <a:spcBef>
                <a:spcPts val="0"/>
              </a:spcBef>
              <a:spcAft>
                <a:spcPts val="0"/>
              </a:spcAft>
              <a:buNone/>
              <a:defRPr sz="1300" b="1">
                <a:solidFill>
                  <a:srgbClr val="FF6633"/>
                </a:solidFill>
                <a:latin typeface="Calibri"/>
                <a:ea typeface="Calibri"/>
                <a:cs typeface="Calibri"/>
                <a:sym typeface="Calibri"/>
              </a:defRPr>
            </a:lvl5pPr>
            <a:lvl6pPr lvl="5" rtl="0">
              <a:spcBef>
                <a:spcPts val="0"/>
              </a:spcBef>
              <a:spcAft>
                <a:spcPts val="0"/>
              </a:spcAft>
              <a:buNone/>
              <a:defRPr sz="1300" b="1">
                <a:solidFill>
                  <a:srgbClr val="FF6633"/>
                </a:solidFill>
                <a:latin typeface="Calibri"/>
                <a:ea typeface="Calibri"/>
                <a:cs typeface="Calibri"/>
                <a:sym typeface="Calibri"/>
              </a:defRPr>
            </a:lvl6pPr>
            <a:lvl7pPr lvl="6" rtl="0">
              <a:spcBef>
                <a:spcPts val="0"/>
              </a:spcBef>
              <a:spcAft>
                <a:spcPts val="0"/>
              </a:spcAft>
              <a:buNone/>
              <a:defRPr sz="1300" b="1">
                <a:solidFill>
                  <a:srgbClr val="FF6633"/>
                </a:solidFill>
                <a:latin typeface="Calibri"/>
                <a:ea typeface="Calibri"/>
                <a:cs typeface="Calibri"/>
                <a:sym typeface="Calibri"/>
              </a:defRPr>
            </a:lvl7pPr>
            <a:lvl8pPr lvl="7" rtl="0">
              <a:spcBef>
                <a:spcPts val="0"/>
              </a:spcBef>
              <a:spcAft>
                <a:spcPts val="0"/>
              </a:spcAft>
              <a:buNone/>
              <a:defRPr sz="1300" b="1">
                <a:solidFill>
                  <a:srgbClr val="FF6633"/>
                </a:solidFill>
                <a:latin typeface="Calibri"/>
                <a:ea typeface="Calibri"/>
                <a:cs typeface="Calibri"/>
                <a:sym typeface="Calibri"/>
              </a:defRPr>
            </a:lvl8pPr>
            <a:lvl9pPr lvl="8" rtl="0">
              <a:spcBef>
                <a:spcPts val="0"/>
              </a:spcBef>
              <a:spcAft>
                <a:spcPts val="0"/>
              </a:spcAft>
              <a:buNone/>
              <a:defRPr sz="1300" b="1">
                <a:solidFill>
                  <a:srgbClr val="FF6633"/>
                </a:solidFill>
                <a:latin typeface="Calibri"/>
                <a:ea typeface="Calibri"/>
                <a:cs typeface="Calibri"/>
                <a:sym typeface="Calibri"/>
              </a:defRPr>
            </a:lvl9pPr>
          </a:lstStyle>
          <a:p>
            <a:r>
              <a:rPr lang="en-US"/>
              <a:t>Click to edit Master title style</a:t>
            </a:r>
            <a:endParaRPr/>
          </a:p>
        </p:txBody>
      </p:sp>
      <p:sp>
        <p:nvSpPr>
          <p:cNvPr id="134" name="Google Shape;134;p12"/>
          <p:cNvSpPr txBox="1">
            <a:spLocks noGrp="1"/>
          </p:cNvSpPr>
          <p:nvPr>
            <p:ph type="title" idx="4"/>
          </p:nvPr>
        </p:nvSpPr>
        <p:spPr>
          <a:xfrm>
            <a:off x="615789" y="3713583"/>
            <a:ext cx="2648700" cy="261900"/>
          </a:xfrm>
          <a:prstGeom prst="rect">
            <a:avLst/>
          </a:prstGeom>
          <a:noFill/>
          <a:ln>
            <a:noFill/>
          </a:ln>
        </p:spPr>
        <p:txBody>
          <a:bodyPr spcFirstLastPara="1" wrap="square" lIns="0" tIns="0" rIns="0" bIns="0" anchor="b" anchorCtr="0">
            <a:noAutofit/>
          </a:bodyPr>
          <a:lstStyle>
            <a:lvl1pPr lvl="0" rtl="0">
              <a:spcBef>
                <a:spcPts val="0"/>
              </a:spcBef>
              <a:spcAft>
                <a:spcPts val="0"/>
              </a:spcAft>
              <a:buNone/>
              <a:defRPr sz="1300" b="1">
                <a:solidFill>
                  <a:srgbClr val="FF6633"/>
                </a:solidFill>
                <a:latin typeface="Calibri"/>
                <a:ea typeface="Calibri"/>
                <a:cs typeface="Calibri"/>
                <a:sym typeface="Calibri"/>
              </a:defRPr>
            </a:lvl1pPr>
            <a:lvl2pPr lvl="1" rtl="0">
              <a:spcBef>
                <a:spcPts val="0"/>
              </a:spcBef>
              <a:spcAft>
                <a:spcPts val="0"/>
              </a:spcAft>
              <a:buNone/>
              <a:defRPr sz="1300" b="1">
                <a:solidFill>
                  <a:srgbClr val="FF6633"/>
                </a:solidFill>
                <a:latin typeface="Calibri"/>
                <a:ea typeface="Calibri"/>
                <a:cs typeface="Calibri"/>
                <a:sym typeface="Calibri"/>
              </a:defRPr>
            </a:lvl2pPr>
            <a:lvl3pPr lvl="2" rtl="0">
              <a:spcBef>
                <a:spcPts val="0"/>
              </a:spcBef>
              <a:spcAft>
                <a:spcPts val="0"/>
              </a:spcAft>
              <a:buNone/>
              <a:defRPr sz="1300" b="1">
                <a:solidFill>
                  <a:srgbClr val="FF6633"/>
                </a:solidFill>
                <a:latin typeface="Calibri"/>
                <a:ea typeface="Calibri"/>
                <a:cs typeface="Calibri"/>
                <a:sym typeface="Calibri"/>
              </a:defRPr>
            </a:lvl3pPr>
            <a:lvl4pPr lvl="3" rtl="0">
              <a:spcBef>
                <a:spcPts val="0"/>
              </a:spcBef>
              <a:spcAft>
                <a:spcPts val="0"/>
              </a:spcAft>
              <a:buNone/>
              <a:defRPr sz="1300" b="1">
                <a:solidFill>
                  <a:srgbClr val="FF6633"/>
                </a:solidFill>
                <a:latin typeface="Calibri"/>
                <a:ea typeface="Calibri"/>
                <a:cs typeface="Calibri"/>
                <a:sym typeface="Calibri"/>
              </a:defRPr>
            </a:lvl4pPr>
            <a:lvl5pPr lvl="4" rtl="0">
              <a:spcBef>
                <a:spcPts val="0"/>
              </a:spcBef>
              <a:spcAft>
                <a:spcPts val="0"/>
              </a:spcAft>
              <a:buNone/>
              <a:defRPr sz="1300" b="1">
                <a:solidFill>
                  <a:srgbClr val="FF6633"/>
                </a:solidFill>
                <a:latin typeface="Calibri"/>
                <a:ea typeface="Calibri"/>
                <a:cs typeface="Calibri"/>
                <a:sym typeface="Calibri"/>
              </a:defRPr>
            </a:lvl5pPr>
            <a:lvl6pPr lvl="5" rtl="0">
              <a:spcBef>
                <a:spcPts val="0"/>
              </a:spcBef>
              <a:spcAft>
                <a:spcPts val="0"/>
              </a:spcAft>
              <a:buNone/>
              <a:defRPr sz="1300" b="1">
                <a:solidFill>
                  <a:srgbClr val="FF6633"/>
                </a:solidFill>
                <a:latin typeface="Calibri"/>
                <a:ea typeface="Calibri"/>
                <a:cs typeface="Calibri"/>
                <a:sym typeface="Calibri"/>
              </a:defRPr>
            </a:lvl6pPr>
            <a:lvl7pPr lvl="6" rtl="0">
              <a:spcBef>
                <a:spcPts val="0"/>
              </a:spcBef>
              <a:spcAft>
                <a:spcPts val="0"/>
              </a:spcAft>
              <a:buNone/>
              <a:defRPr sz="1300" b="1">
                <a:solidFill>
                  <a:srgbClr val="FF6633"/>
                </a:solidFill>
                <a:latin typeface="Calibri"/>
                <a:ea typeface="Calibri"/>
                <a:cs typeface="Calibri"/>
                <a:sym typeface="Calibri"/>
              </a:defRPr>
            </a:lvl7pPr>
            <a:lvl8pPr lvl="7" rtl="0">
              <a:spcBef>
                <a:spcPts val="0"/>
              </a:spcBef>
              <a:spcAft>
                <a:spcPts val="0"/>
              </a:spcAft>
              <a:buNone/>
              <a:defRPr sz="1300" b="1">
                <a:solidFill>
                  <a:srgbClr val="FF6633"/>
                </a:solidFill>
                <a:latin typeface="Calibri"/>
                <a:ea typeface="Calibri"/>
                <a:cs typeface="Calibri"/>
                <a:sym typeface="Calibri"/>
              </a:defRPr>
            </a:lvl8pPr>
            <a:lvl9pPr lvl="8" rtl="0">
              <a:spcBef>
                <a:spcPts val="0"/>
              </a:spcBef>
              <a:spcAft>
                <a:spcPts val="0"/>
              </a:spcAft>
              <a:buNone/>
              <a:defRPr sz="1300" b="1">
                <a:solidFill>
                  <a:srgbClr val="FF6633"/>
                </a:solidFill>
                <a:latin typeface="Calibri"/>
                <a:ea typeface="Calibri"/>
                <a:cs typeface="Calibri"/>
                <a:sym typeface="Calibri"/>
              </a:defRPr>
            </a:lvl9pPr>
          </a:lstStyle>
          <a:p>
            <a:r>
              <a:rPr lang="en-US"/>
              <a:t>Click to edit Master title style</a:t>
            </a:r>
            <a:endParaRPr/>
          </a:p>
        </p:txBody>
      </p:sp>
      <p:sp>
        <p:nvSpPr>
          <p:cNvPr id="135" name="Google Shape;135;p12"/>
          <p:cNvSpPr txBox="1">
            <a:spLocks noGrp="1"/>
          </p:cNvSpPr>
          <p:nvPr>
            <p:ph type="title" idx="5"/>
          </p:nvPr>
        </p:nvSpPr>
        <p:spPr>
          <a:xfrm>
            <a:off x="4767888" y="1377763"/>
            <a:ext cx="2633100" cy="261900"/>
          </a:xfrm>
          <a:prstGeom prst="rect">
            <a:avLst/>
          </a:prstGeom>
          <a:noFill/>
          <a:ln>
            <a:noFill/>
          </a:ln>
        </p:spPr>
        <p:txBody>
          <a:bodyPr spcFirstLastPara="1" wrap="square" lIns="0" tIns="0" rIns="0" bIns="0" anchor="b" anchorCtr="0">
            <a:noAutofit/>
          </a:bodyPr>
          <a:lstStyle>
            <a:lvl1pPr lvl="0" rtl="0">
              <a:spcBef>
                <a:spcPts val="0"/>
              </a:spcBef>
              <a:spcAft>
                <a:spcPts val="0"/>
              </a:spcAft>
              <a:buNone/>
              <a:defRPr sz="1300" b="1">
                <a:solidFill>
                  <a:srgbClr val="FF6633"/>
                </a:solidFill>
                <a:latin typeface="Calibri"/>
                <a:ea typeface="Calibri"/>
                <a:cs typeface="Calibri"/>
                <a:sym typeface="Calibri"/>
              </a:defRPr>
            </a:lvl1pPr>
            <a:lvl2pPr lvl="1" rtl="0">
              <a:spcBef>
                <a:spcPts val="0"/>
              </a:spcBef>
              <a:spcAft>
                <a:spcPts val="0"/>
              </a:spcAft>
              <a:buNone/>
              <a:defRPr sz="1300" b="1">
                <a:solidFill>
                  <a:srgbClr val="FF6633"/>
                </a:solidFill>
                <a:latin typeface="Calibri"/>
                <a:ea typeface="Calibri"/>
                <a:cs typeface="Calibri"/>
                <a:sym typeface="Calibri"/>
              </a:defRPr>
            </a:lvl2pPr>
            <a:lvl3pPr lvl="2" rtl="0">
              <a:spcBef>
                <a:spcPts val="0"/>
              </a:spcBef>
              <a:spcAft>
                <a:spcPts val="0"/>
              </a:spcAft>
              <a:buNone/>
              <a:defRPr sz="1300" b="1">
                <a:solidFill>
                  <a:srgbClr val="FF6633"/>
                </a:solidFill>
                <a:latin typeface="Calibri"/>
                <a:ea typeface="Calibri"/>
                <a:cs typeface="Calibri"/>
                <a:sym typeface="Calibri"/>
              </a:defRPr>
            </a:lvl3pPr>
            <a:lvl4pPr lvl="3" rtl="0">
              <a:spcBef>
                <a:spcPts val="0"/>
              </a:spcBef>
              <a:spcAft>
                <a:spcPts val="0"/>
              </a:spcAft>
              <a:buNone/>
              <a:defRPr sz="1300" b="1">
                <a:solidFill>
                  <a:srgbClr val="FF6633"/>
                </a:solidFill>
                <a:latin typeface="Calibri"/>
                <a:ea typeface="Calibri"/>
                <a:cs typeface="Calibri"/>
                <a:sym typeface="Calibri"/>
              </a:defRPr>
            </a:lvl4pPr>
            <a:lvl5pPr lvl="4" rtl="0">
              <a:spcBef>
                <a:spcPts val="0"/>
              </a:spcBef>
              <a:spcAft>
                <a:spcPts val="0"/>
              </a:spcAft>
              <a:buNone/>
              <a:defRPr sz="1300" b="1">
                <a:solidFill>
                  <a:srgbClr val="FF6633"/>
                </a:solidFill>
                <a:latin typeface="Calibri"/>
                <a:ea typeface="Calibri"/>
                <a:cs typeface="Calibri"/>
                <a:sym typeface="Calibri"/>
              </a:defRPr>
            </a:lvl5pPr>
            <a:lvl6pPr lvl="5" rtl="0">
              <a:spcBef>
                <a:spcPts val="0"/>
              </a:spcBef>
              <a:spcAft>
                <a:spcPts val="0"/>
              </a:spcAft>
              <a:buNone/>
              <a:defRPr sz="1300" b="1">
                <a:solidFill>
                  <a:srgbClr val="FF6633"/>
                </a:solidFill>
                <a:latin typeface="Calibri"/>
                <a:ea typeface="Calibri"/>
                <a:cs typeface="Calibri"/>
                <a:sym typeface="Calibri"/>
              </a:defRPr>
            </a:lvl6pPr>
            <a:lvl7pPr lvl="6" rtl="0">
              <a:spcBef>
                <a:spcPts val="0"/>
              </a:spcBef>
              <a:spcAft>
                <a:spcPts val="0"/>
              </a:spcAft>
              <a:buNone/>
              <a:defRPr sz="1300" b="1">
                <a:solidFill>
                  <a:srgbClr val="FF6633"/>
                </a:solidFill>
                <a:latin typeface="Calibri"/>
                <a:ea typeface="Calibri"/>
                <a:cs typeface="Calibri"/>
                <a:sym typeface="Calibri"/>
              </a:defRPr>
            </a:lvl7pPr>
            <a:lvl8pPr lvl="7" rtl="0">
              <a:spcBef>
                <a:spcPts val="0"/>
              </a:spcBef>
              <a:spcAft>
                <a:spcPts val="0"/>
              </a:spcAft>
              <a:buNone/>
              <a:defRPr sz="1300" b="1">
                <a:solidFill>
                  <a:srgbClr val="FF6633"/>
                </a:solidFill>
                <a:latin typeface="Calibri"/>
                <a:ea typeface="Calibri"/>
                <a:cs typeface="Calibri"/>
                <a:sym typeface="Calibri"/>
              </a:defRPr>
            </a:lvl8pPr>
            <a:lvl9pPr lvl="8" rtl="0">
              <a:spcBef>
                <a:spcPts val="0"/>
              </a:spcBef>
              <a:spcAft>
                <a:spcPts val="0"/>
              </a:spcAft>
              <a:buNone/>
              <a:defRPr sz="1300" b="1">
                <a:solidFill>
                  <a:srgbClr val="FF6633"/>
                </a:solidFill>
                <a:latin typeface="Calibri"/>
                <a:ea typeface="Calibri"/>
                <a:cs typeface="Calibri"/>
                <a:sym typeface="Calibri"/>
              </a:defRPr>
            </a:lvl9pPr>
          </a:lstStyle>
          <a:p>
            <a:r>
              <a:rPr lang="en-US"/>
              <a:t>Click to edit Master title style</a:t>
            </a:r>
            <a:endParaRPr/>
          </a:p>
        </p:txBody>
      </p:sp>
      <p:sp>
        <p:nvSpPr>
          <p:cNvPr id="136" name="Google Shape;136;p12"/>
          <p:cNvSpPr txBox="1">
            <a:spLocks noGrp="1"/>
          </p:cNvSpPr>
          <p:nvPr>
            <p:ph type="title" idx="6"/>
          </p:nvPr>
        </p:nvSpPr>
        <p:spPr>
          <a:xfrm>
            <a:off x="4767888" y="3716513"/>
            <a:ext cx="2633100" cy="261900"/>
          </a:xfrm>
          <a:prstGeom prst="rect">
            <a:avLst/>
          </a:prstGeom>
          <a:noFill/>
          <a:ln>
            <a:noFill/>
          </a:ln>
        </p:spPr>
        <p:txBody>
          <a:bodyPr spcFirstLastPara="1" wrap="square" lIns="0" tIns="0" rIns="0" bIns="0" anchor="b" anchorCtr="0">
            <a:noAutofit/>
          </a:bodyPr>
          <a:lstStyle>
            <a:lvl1pPr lvl="0" rtl="0">
              <a:spcBef>
                <a:spcPts val="0"/>
              </a:spcBef>
              <a:spcAft>
                <a:spcPts val="0"/>
              </a:spcAft>
              <a:buNone/>
              <a:defRPr sz="1300" b="1">
                <a:solidFill>
                  <a:srgbClr val="FF6633"/>
                </a:solidFill>
                <a:latin typeface="Calibri"/>
                <a:ea typeface="Calibri"/>
                <a:cs typeface="Calibri"/>
                <a:sym typeface="Calibri"/>
              </a:defRPr>
            </a:lvl1pPr>
            <a:lvl2pPr lvl="1" rtl="0">
              <a:spcBef>
                <a:spcPts val="0"/>
              </a:spcBef>
              <a:spcAft>
                <a:spcPts val="0"/>
              </a:spcAft>
              <a:buNone/>
              <a:defRPr sz="1300" b="1">
                <a:solidFill>
                  <a:srgbClr val="FF6633"/>
                </a:solidFill>
                <a:latin typeface="Calibri"/>
                <a:ea typeface="Calibri"/>
                <a:cs typeface="Calibri"/>
                <a:sym typeface="Calibri"/>
              </a:defRPr>
            </a:lvl2pPr>
            <a:lvl3pPr lvl="2" rtl="0">
              <a:spcBef>
                <a:spcPts val="0"/>
              </a:spcBef>
              <a:spcAft>
                <a:spcPts val="0"/>
              </a:spcAft>
              <a:buNone/>
              <a:defRPr sz="1300" b="1">
                <a:solidFill>
                  <a:srgbClr val="FF6633"/>
                </a:solidFill>
                <a:latin typeface="Calibri"/>
                <a:ea typeface="Calibri"/>
                <a:cs typeface="Calibri"/>
                <a:sym typeface="Calibri"/>
              </a:defRPr>
            </a:lvl3pPr>
            <a:lvl4pPr lvl="3" rtl="0">
              <a:spcBef>
                <a:spcPts val="0"/>
              </a:spcBef>
              <a:spcAft>
                <a:spcPts val="0"/>
              </a:spcAft>
              <a:buNone/>
              <a:defRPr sz="1300" b="1">
                <a:solidFill>
                  <a:srgbClr val="FF6633"/>
                </a:solidFill>
                <a:latin typeface="Calibri"/>
                <a:ea typeface="Calibri"/>
                <a:cs typeface="Calibri"/>
                <a:sym typeface="Calibri"/>
              </a:defRPr>
            </a:lvl4pPr>
            <a:lvl5pPr lvl="4" rtl="0">
              <a:spcBef>
                <a:spcPts val="0"/>
              </a:spcBef>
              <a:spcAft>
                <a:spcPts val="0"/>
              </a:spcAft>
              <a:buNone/>
              <a:defRPr sz="1300" b="1">
                <a:solidFill>
                  <a:srgbClr val="FF6633"/>
                </a:solidFill>
                <a:latin typeface="Calibri"/>
                <a:ea typeface="Calibri"/>
                <a:cs typeface="Calibri"/>
                <a:sym typeface="Calibri"/>
              </a:defRPr>
            </a:lvl5pPr>
            <a:lvl6pPr lvl="5" rtl="0">
              <a:spcBef>
                <a:spcPts val="0"/>
              </a:spcBef>
              <a:spcAft>
                <a:spcPts val="0"/>
              </a:spcAft>
              <a:buNone/>
              <a:defRPr sz="1300" b="1">
                <a:solidFill>
                  <a:srgbClr val="FF6633"/>
                </a:solidFill>
                <a:latin typeface="Calibri"/>
                <a:ea typeface="Calibri"/>
                <a:cs typeface="Calibri"/>
                <a:sym typeface="Calibri"/>
              </a:defRPr>
            </a:lvl6pPr>
            <a:lvl7pPr lvl="6" rtl="0">
              <a:spcBef>
                <a:spcPts val="0"/>
              </a:spcBef>
              <a:spcAft>
                <a:spcPts val="0"/>
              </a:spcAft>
              <a:buNone/>
              <a:defRPr sz="1300" b="1">
                <a:solidFill>
                  <a:srgbClr val="FF6633"/>
                </a:solidFill>
                <a:latin typeface="Calibri"/>
                <a:ea typeface="Calibri"/>
                <a:cs typeface="Calibri"/>
                <a:sym typeface="Calibri"/>
              </a:defRPr>
            </a:lvl7pPr>
            <a:lvl8pPr lvl="7" rtl="0">
              <a:spcBef>
                <a:spcPts val="0"/>
              </a:spcBef>
              <a:spcAft>
                <a:spcPts val="0"/>
              </a:spcAft>
              <a:buNone/>
              <a:defRPr sz="1300" b="1">
                <a:solidFill>
                  <a:srgbClr val="FF6633"/>
                </a:solidFill>
                <a:latin typeface="Calibri"/>
                <a:ea typeface="Calibri"/>
                <a:cs typeface="Calibri"/>
                <a:sym typeface="Calibri"/>
              </a:defRPr>
            </a:lvl8pPr>
            <a:lvl9pPr lvl="8" rtl="0">
              <a:spcBef>
                <a:spcPts val="0"/>
              </a:spcBef>
              <a:spcAft>
                <a:spcPts val="0"/>
              </a:spcAft>
              <a:buNone/>
              <a:defRPr sz="1300" b="1">
                <a:solidFill>
                  <a:srgbClr val="FF6633"/>
                </a:solidFill>
                <a:latin typeface="Calibri"/>
                <a:ea typeface="Calibri"/>
                <a:cs typeface="Calibri"/>
                <a:sym typeface="Calibri"/>
              </a:defRPr>
            </a:lvl9pPr>
          </a:lstStyle>
          <a:p>
            <a:r>
              <a:rPr lang="en-US"/>
              <a:t>Click to edit Master title style</a:t>
            </a:r>
            <a:endParaRPr/>
          </a:p>
        </p:txBody>
      </p:sp>
      <p:sp>
        <p:nvSpPr>
          <p:cNvPr id="137" name="Google Shape;137;p12"/>
          <p:cNvSpPr txBox="1">
            <a:spLocks noGrp="1"/>
          </p:cNvSpPr>
          <p:nvPr>
            <p:ph type="body" idx="7"/>
          </p:nvPr>
        </p:nvSpPr>
        <p:spPr>
          <a:xfrm>
            <a:off x="615789" y="1743588"/>
            <a:ext cx="3820500" cy="1926600"/>
          </a:xfrm>
          <a:prstGeom prst="rect">
            <a:avLst/>
          </a:prstGeom>
          <a:noFill/>
          <a:ln>
            <a:noFill/>
          </a:ln>
        </p:spPr>
        <p:txBody>
          <a:bodyPr spcFirstLastPara="1" wrap="square" lIns="0" tIns="0" rIns="0" bIns="0" anchor="t" anchorCtr="0">
            <a:noAutofit/>
          </a:bodyPr>
          <a:lstStyle>
            <a:lvl1pPr marL="457200" lvl="0"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1pPr>
            <a:lvl2pPr marL="914400" lvl="1"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2pPr>
            <a:lvl3pPr marL="1371600" lvl="2"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3pPr>
            <a:lvl4pPr marL="1828800" lvl="3"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4pPr>
            <a:lvl5pPr marL="2286000" lvl="4"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5pPr>
            <a:lvl6pPr marL="2743200" lvl="5"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6pPr>
            <a:lvl7pPr marL="3200400" lvl="6"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7pPr>
            <a:lvl8pPr marL="3657600" lvl="7"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8pPr>
            <a:lvl9pPr marL="4114800" lvl="8"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9pPr>
          </a:lstStyle>
          <a:p>
            <a:pPr lvl="0"/>
            <a:r>
              <a:rPr lang="en-US"/>
              <a:t>Click to edit Master text styles</a:t>
            </a:r>
          </a:p>
        </p:txBody>
      </p:sp>
      <p:sp>
        <p:nvSpPr>
          <p:cNvPr id="138" name="Google Shape;138;p12"/>
          <p:cNvSpPr txBox="1">
            <a:spLocks noGrp="1"/>
          </p:cNvSpPr>
          <p:nvPr>
            <p:ph type="body" idx="8"/>
          </p:nvPr>
        </p:nvSpPr>
        <p:spPr>
          <a:xfrm>
            <a:off x="615789" y="4079408"/>
            <a:ext cx="3820500" cy="2335800"/>
          </a:xfrm>
          <a:prstGeom prst="rect">
            <a:avLst/>
          </a:prstGeom>
          <a:noFill/>
          <a:ln>
            <a:noFill/>
          </a:ln>
        </p:spPr>
        <p:txBody>
          <a:bodyPr spcFirstLastPara="1" wrap="square" lIns="0" tIns="0" rIns="0" bIns="0" anchor="t" anchorCtr="0">
            <a:noAutofit/>
          </a:bodyPr>
          <a:lstStyle>
            <a:lvl1pPr marL="457200" lvl="0"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1pPr>
            <a:lvl2pPr marL="914400" lvl="1"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2pPr>
            <a:lvl3pPr marL="1371600" lvl="2"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3pPr>
            <a:lvl4pPr marL="1828800" lvl="3"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4pPr>
            <a:lvl5pPr marL="2286000" lvl="4"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5pPr>
            <a:lvl6pPr marL="2743200" lvl="5"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6pPr>
            <a:lvl7pPr marL="3200400" lvl="6"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7pPr>
            <a:lvl8pPr marL="3657600" lvl="7"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8pPr>
            <a:lvl9pPr marL="4114800" lvl="8"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9pPr>
          </a:lstStyle>
          <a:p>
            <a:pPr lvl="0"/>
            <a:r>
              <a:rPr lang="en-US"/>
              <a:t>Click to edit Master text styles</a:t>
            </a:r>
          </a:p>
        </p:txBody>
      </p:sp>
      <p:sp>
        <p:nvSpPr>
          <p:cNvPr id="139" name="Google Shape;139;p12"/>
          <p:cNvSpPr txBox="1">
            <a:spLocks noGrp="1"/>
          </p:cNvSpPr>
          <p:nvPr>
            <p:ph type="body" idx="9"/>
          </p:nvPr>
        </p:nvSpPr>
        <p:spPr>
          <a:xfrm>
            <a:off x="4767888" y="1743588"/>
            <a:ext cx="3797700" cy="1866000"/>
          </a:xfrm>
          <a:prstGeom prst="rect">
            <a:avLst/>
          </a:prstGeom>
          <a:noFill/>
          <a:ln>
            <a:noFill/>
          </a:ln>
        </p:spPr>
        <p:txBody>
          <a:bodyPr spcFirstLastPara="1" wrap="square" lIns="0" tIns="0" rIns="0" bIns="0" anchor="t" anchorCtr="0">
            <a:noAutofit/>
          </a:bodyPr>
          <a:lstStyle>
            <a:lvl1pPr marL="457200" lvl="0"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1pPr>
            <a:lvl2pPr marL="914400" lvl="1"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2pPr>
            <a:lvl3pPr marL="1371600" lvl="2"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3pPr>
            <a:lvl4pPr marL="1828800" lvl="3"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4pPr>
            <a:lvl5pPr marL="2286000" lvl="4"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5pPr>
            <a:lvl6pPr marL="2743200" lvl="5"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6pPr>
            <a:lvl7pPr marL="3200400" lvl="6"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7pPr>
            <a:lvl8pPr marL="3657600" lvl="7"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8pPr>
            <a:lvl9pPr marL="4114800" lvl="8"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9pPr>
          </a:lstStyle>
          <a:p>
            <a:pPr lvl="0"/>
            <a:r>
              <a:rPr lang="en-US"/>
              <a:t>Click to edit Master text styles</a:t>
            </a:r>
          </a:p>
        </p:txBody>
      </p:sp>
      <p:sp>
        <p:nvSpPr>
          <p:cNvPr id="140" name="Google Shape;140;p12"/>
          <p:cNvSpPr txBox="1">
            <a:spLocks noGrp="1"/>
          </p:cNvSpPr>
          <p:nvPr>
            <p:ph type="body" idx="13"/>
          </p:nvPr>
        </p:nvSpPr>
        <p:spPr>
          <a:xfrm>
            <a:off x="4767888" y="4082338"/>
            <a:ext cx="3797700" cy="2335800"/>
          </a:xfrm>
          <a:prstGeom prst="rect">
            <a:avLst/>
          </a:prstGeom>
          <a:noFill/>
          <a:ln>
            <a:noFill/>
          </a:ln>
        </p:spPr>
        <p:txBody>
          <a:bodyPr spcFirstLastPara="1" wrap="square" lIns="0" tIns="0" rIns="0" bIns="0" anchor="t" anchorCtr="0">
            <a:noAutofit/>
          </a:bodyPr>
          <a:lstStyle>
            <a:lvl1pPr marL="457200" lvl="0"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1pPr>
            <a:lvl2pPr marL="914400" lvl="1"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2pPr>
            <a:lvl3pPr marL="1371600" lvl="2"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3pPr>
            <a:lvl4pPr marL="1828800" lvl="3"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4pPr>
            <a:lvl5pPr marL="2286000" lvl="4"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5pPr>
            <a:lvl6pPr marL="2743200" lvl="5"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6pPr>
            <a:lvl7pPr marL="3200400" lvl="6"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7pPr>
            <a:lvl8pPr marL="3657600" lvl="7"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8pPr>
            <a:lvl9pPr marL="4114800" lvl="8" indent="-298450" rtl="0">
              <a:lnSpc>
                <a:spcPct val="100000"/>
              </a:lnSpc>
              <a:spcBef>
                <a:spcPts val="25"/>
              </a:spcBef>
              <a:spcAft>
                <a:spcPts val="0"/>
              </a:spcAft>
              <a:buClr>
                <a:srgbClr val="FF6633"/>
              </a:buClr>
              <a:buSzPts val="1100"/>
              <a:buFont typeface="Calibri"/>
              <a:buChar char="■"/>
              <a:defRPr sz="1100">
                <a:latin typeface="Calibri"/>
                <a:ea typeface="Calibri"/>
                <a:cs typeface="Calibri"/>
                <a:sym typeface="Calibri"/>
              </a:defRPr>
            </a:lvl9pPr>
          </a:lstStyle>
          <a:p>
            <a:pPr lvl="0"/>
            <a:r>
              <a:rPr lang="en-US"/>
              <a:t>Click to edit Master text styles</a:t>
            </a:r>
          </a:p>
        </p:txBody>
      </p:sp>
      <p:sp>
        <p:nvSpPr>
          <p:cNvPr id="141" name="Google Shape;141;p12"/>
          <p:cNvSpPr/>
          <p:nvPr/>
        </p:nvSpPr>
        <p:spPr>
          <a:xfrm rot="5400000">
            <a:off x="-2521200" y="2521200"/>
            <a:ext cx="5159100" cy="116700"/>
          </a:xfrm>
          <a:prstGeom prst="rect">
            <a:avLst/>
          </a:prstGeom>
          <a:gradFill>
            <a:gsLst>
              <a:gs pos="0">
                <a:srgbClr val="FF6633"/>
              </a:gs>
              <a:gs pos="100000">
                <a:srgbClr val="EE4442"/>
              </a:gs>
            </a:gsLst>
            <a:lin ang="0" scaled="0"/>
          </a:gra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2" name="Google Shape;142;p12"/>
          <p:cNvSpPr txBox="1"/>
          <p:nvPr/>
        </p:nvSpPr>
        <p:spPr>
          <a:xfrm>
            <a:off x="3767400" y="4948876"/>
            <a:ext cx="1609200" cy="17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i="1">
                <a:solidFill>
                  <a:srgbClr val="999999"/>
                </a:solidFill>
              </a:rPr>
              <a:t>MetaPhase Proprietary</a:t>
            </a:r>
            <a:endParaRPr sz="800" i="1">
              <a:solidFill>
                <a:srgbClr val="999999"/>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ultipurpose - 4 row / 2 row">
  <p:cSld name="BLANK_1_1">
    <p:spTree>
      <p:nvGrpSpPr>
        <p:cNvPr id="1" name="Shape 161"/>
        <p:cNvGrpSpPr/>
        <p:nvPr/>
      </p:nvGrpSpPr>
      <p:grpSpPr>
        <a:xfrm>
          <a:off x="0" y="0"/>
          <a:ext cx="0" cy="0"/>
          <a:chOff x="0" y="0"/>
          <a:chExt cx="0" cy="0"/>
        </a:xfrm>
      </p:grpSpPr>
      <p:sp>
        <p:nvSpPr>
          <p:cNvPr id="162" name="Google Shape;162;p14"/>
          <p:cNvSpPr txBox="1">
            <a:spLocks noGrp="1"/>
          </p:cNvSpPr>
          <p:nvPr>
            <p:ph type="title"/>
          </p:nvPr>
        </p:nvSpPr>
        <p:spPr>
          <a:xfrm>
            <a:off x="613713" y="338800"/>
            <a:ext cx="5391000" cy="5325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3800" b="1">
                <a:solidFill>
                  <a:srgbClr val="434343"/>
                </a:solidFill>
                <a:latin typeface="Bebas Neue"/>
                <a:ea typeface="Bebas Neue"/>
                <a:cs typeface="Bebas Neue"/>
                <a:sym typeface="Bebas Neu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title style</a:t>
            </a:r>
            <a:endParaRPr/>
          </a:p>
        </p:txBody>
      </p:sp>
      <p:sp>
        <p:nvSpPr>
          <p:cNvPr id="163" name="Google Shape;163;p14"/>
          <p:cNvSpPr txBox="1">
            <a:spLocks noGrp="1"/>
          </p:cNvSpPr>
          <p:nvPr>
            <p:ph type="subTitle" idx="1"/>
          </p:nvPr>
        </p:nvSpPr>
        <p:spPr>
          <a:xfrm>
            <a:off x="613713" y="883850"/>
            <a:ext cx="4447500" cy="3786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2100" b="1">
                <a:solidFill>
                  <a:srgbClr val="FF6633"/>
                </a:solidFill>
                <a:latin typeface="Bebas Neue"/>
                <a:ea typeface="Bebas Neue"/>
                <a:cs typeface="Bebas Neue"/>
                <a:sym typeface="Bebas Neu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subtitle style</a:t>
            </a:r>
            <a:endParaRPr/>
          </a:p>
        </p:txBody>
      </p:sp>
      <p:sp>
        <p:nvSpPr>
          <p:cNvPr id="164" name="Google Shape;164;p14"/>
          <p:cNvSpPr txBox="1">
            <a:spLocks noGrp="1"/>
          </p:cNvSpPr>
          <p:nvPr>
            <p:ph type="subTitle" idx="2"/>
          </p:nvPr>
        </p:nvSpPr>
        <p:spPr>
          <a:xfrm>
            <a:off x="3827750" y="413163"/>
            <a:ext cx="4952100" cy="7182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1200">
                <a:latin typeface="Calibri"/>
                <a:ea typeface="Calibri"/>
                <a:cs typeface="Calibri"/>
                <a:sym typeface="Calibri"/>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subtitle style</a:t>
            </a:r>
            <a:endParaRPr/>
          </a:p>
        </p:txBody>
      </p:sp>
      <p:pic>
        <p:nvPicPr>
          <p:cNvPr id="165" name="Google Shape;165;p14"/>
          <p:cNvPicPr preferRelativeResize="0"/>
          <p:nvPr/>
        </p:nvPicPr>
        <p:blipFill>
          <a:blip r:embed="rId2">
            <a:alphaModFix/>
          </a:blip>
          <a:stretch>
            <a:fillRect/>
          </a:stretch>
        </p:blipFill>
        <p:spPr>
          <a:xfrm>
            <a:off x="8684413" y="4884525"/>
            <a:ext cx="459581" cy="261938"/>
          </a:xfrm>
          <a:prstGeom prst="rect">
            <a:avLst/>
          </a:prstGeom>
          <a:noFill/>
          <a:ln>
            <a:noFill/>
          </a:ln>
        </p:spPr>
      </p:pic>
      <p:sp>
        <p:nvSpPr>
          <p:cNvPr id="166" name="Google Shape;166;p14"/>
          <p:cNvSpPr txBox="1">
            <a:spLocks noGrp="1"/>
          </p:cNvSpPr>
          <p:nvPr>
            <p:ph type="sldNum" idx="12"/>
          </p:nvPr>
        </p:nvSpPr>
        <p:spPr>
          <a:xfrm>
            <a:off x="8801400" y="4941080"/>
            <a:ext cx="342600" cy="172200"/>
          </a:xfrm>
          <a:prstGeom prst="rect">
            <a:avLst/>
          </a:prstGeom>
          <a:noFill/>
          <a:ln>
            <a:noFill/>
          </a:ln>
        </p:spPr>
        <p:txBody>
          <a:bodyPr spcFirstLastPara="1" wrap="square" lIns="0" tIns="0" rIns="0" bIns="0" anchor="b" anchorCtr="0">
            <a:noAutofit/>
          </a:bodyPr>
          <a:lstStyle>
            <a:lvl1pPr lvl="0" algn="ctr" rtl="0">
              <a:buNone/>
              <a:defRPr>
                <a:solidFill>
                  <a:srgbClr val="FFFFFF"/>
                </a:solidFill>
                <a:latin typeface="Calibri"/>
                <a:ea typeface="Calibri"/>
                <a:cs typeface="Calibri"/>
                <a:sym typeface="Calibri"/>
              </a:defRPr>
            </a:lvl1pPr>
            <a:lvl2pPr lvl="1" algn="ctr" rtl="0">
              <a:buNone/>
              <a:defRPr>
                <a:solidFill>
                  <a:srgbClr val="FFFFFF"/>
                </a:solidFill>
                <a:latin typeface="Calibri"/>
                <a:ea typeface="Calibri"/>
                <a:cs typeface="Calibri"/>
                <a:sym typeface="Calibri"/>
              </a:defRPr>
            </a:lvl2pPr>
            <a:lvl3pPr lvl="2" algn="ctr" rtl="0">
              <a:buNone/>
              <a:defRPr>
                <a:solidFill>
                  <a:srgbClr val="FFFFFF"/>
                </a:solidFill>
                <a:latin typeface="Calibri"/>
                <a:ea typeface="Calibri"/>
                <a:cs typeface="Calibri"/>
                <a:sym typeface="Calibri"/>
              </a:defRPr>
            </a:lvl3pPr>
            <a:lvl4pPr lvl="3" algn="ctr" rtl="0">
              <a:buNone/>
              <a:defRPr>
                <a:solidFill>
                  <a:srgbClr val="FFFFFF"/>
                </a:solidFill>
                <a:latin typeface="Calibri"/>
                <a:ea typeface="Calibri"/>
                <a:cs typeface="Calibri"/>
                <a:sym typeface="Calibri"/>
              </a:defRPr>
            </a:lvl4pPr>
            <a:lvl5pPr lvl="4" algn="ctr" rtl="0">
              <a:buNone/>
              <a:defRPr>
                <a:solidFill>
                  <a:srgbClr val="FFFFFF"/>
                </a:solidFill>
                <a:latin typeface="Calibri"/>
                <a:ea typeface="Calibri"/>
                <a:cs typeface="Calibri"/>
                <a:sym typeface="Calibri"/>
              </a:defRPr>
            </a:lvl5pPr>
            <a:lvl6pPr lvl="5" algn="ctr" rtl="0">
              <a:buNone/>
              <a:defRPr>
                <a:solidFill>
                  <a:srgbClr val="FFFFFF"/>
                </a:solidFill>
                <a:latin typeface="Calibri"/>
                <a:ea typeface="Calibri"/>
                <a:cs typeface="Calibri"/>
                <a:sym typeface="Calibri"/>
              </a:defRPr>
            </a:lvl6pPr>
            <a:lvl7pPr lvl="6" algn="ctr" rtl="0">
              <a:buNone/>
              <a:defRPr>
                <a:solidFill>
                  <a:srgbClr val="FFFFFF"/>
                </a:solidFill>
                <a:latin typeface="Calibri"/>
                <a:ea typeface="Calibri"/>
                <a:cs typeface="Calibri"/>
                <a:sym typeface="Calibri"/>
              </a:defRPr>
            </a:lvl7pPr>
            <a:lvl8pPr lvl="7" algn="ctr" rtl="0">
              <a:buNone/>
              <a:defRPr>
                <a:solidFill>
                  <a:srgbClr val="FFFFFF"/>
                </a:solidFill>
                <a:latin typeface="Calibri"/>
                <a:ea typeface="Calibri"/>
                <a:cs typeface="Calibri"/>
                <a:sym typeface="Calibri"/>
              </a:defRPr>
            </a:lvl8pPr>
            <a:lvl9pPr lvl="8" algn="ctr" rtl="0">
              <a:buNone/>
              <a:defRPr>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
              <a:t>‹#›</a:t>
            </a:fld>
            <a:endParaRPr/>
          </a:p>
        </p:txBody>
      </p:sp>
      <p:sp>
        <p:nvSpPr>
          <p:cNvPr id="167" name="Google Shape;167;p14"/>
          <p:cNvSpPr txBox="1">
            <a:spLocks noGrp="1"/>
          </p:cNvSpPr>
          <p:nvPr>
            <p:ph type="title" idx="3"/>
          </p:nvPr>
        </p:nvSpPr>
        <p:spPr>
          <a:xfrm>
            <a:off x="623575" y="1639875"/>
            <a:ext cx="4122900" cy="261900"/>
          </a:xfrm>
          <a:prstGeom prst="rect">
            <a:avLst/>
          </a:prstGeom>
          <a:noFill/>
          <a:ln>
            <a:noFill/>
          </a:ln>
        </p:spPr>
        <p:txBody>
          <a:bodyPr spcFirstLastPara="1" wrap="square" lIns="0" tIns="0" rIns="0" bIns="0" anchor="b" anchorCtr="0">
            <a:noAutofit/>
          </a:bodyPr>
          <a:lstStyle>
            <a:lvl1pPr lvl="0" rtl="0">
              <a:spcBef>
                <a:spcPts val="0"/>
              </a:spcBef>
              <a:spcAft>
                <a:spcPts val="0"/>
              </a:spcAft>
              <a:buNone/>
              <a:defRPr sz="1300" b="1">
                <a:solidFill>
                  <a:srgbClr val="FF6633"/>
                </a:solidFill>
                <a:latin typeface="Calibri"/>
                <a:ea typeface="Calibri"/>
                <a:cs typeface="Calibri"/>
                <a:sym typeface="Calibri"/>
              </a:defRPr>
            </a:lvl1pPr>
            <a:lvl2pPr lvl="1" rtl="0">
              <a:spcBef>
                <a:spcPts val="0"/>
              </a:spcBef>
              <a:spcAft>
                <a:spcPts val="0"/>
              </a:spcAft>
              <a:buNone/>
              <a:defRPr sz="1300" b="1">
                <a:solidFill>
                  <a:srgbClr val="FF6633"/>
                </a:solidFill>
                <a:latin typeface="Calibri"/>
                <a:ea typeface="Calibri"/>
                <a:cs typeface="Calibri"/>
                <a:sym typeface="Calibri"/>
              </a:defRPr>
            </a:lvl2pPr>
            <a:lvl3pPr lvl="2" rtl="0">
              <a:spcBef>
                <a:spcPts val="0"/>
              </a:spcBef>
              <a:spcAft>
                <a:spcPts val="0"/>
              </a:spcAft>
              <a:buNone/>
              <a:defRPr sz="1300" b="1">
                <a:solidFill>
                  <a:srgbClr val="FF6633"/>
                </a:solidFill>
                <a:latin typeface="Calibri"/>
                <a:ea typeface="Calibri"/>
                <a:cs typeface="Calibri"/>
                <a:sym typeface="Calibri"/>
              </a:defRPr>
            </a:lvl3pPr>
            <a:lvl4pPr lvl="3" rtl="0">
              <a:spcBef>
                <a:spcPts val="0"/>
              </a:spcBef>
              <a:spcAft>
                <a:spcPts val="0"/>
              </a:spcAft>
              <a:buNone/>
              <a:defRPr sz="1300" b="1">
                <a:solidFill>
                  <a:srgbClr val="FF6633"/>
                </a:solidFill>
                <a:latin typeface="Calibri"/>
                <a:ea typeface="Calibri"/>
                <a:cs typeface="Calibri"/>
                <a:sym typeface="Calibri"/>
              </a:defRPr>
            </a:lvl4pPr>
            <a:lvl5pPr lvl="4" rtl="0">
              <a:spcBef>
                <a:spcPts val="0"/>
              </a:spcBef>
              <a:spcAft>
                <a:spcPts val="0"/>
              </a:spcAft>
              <a:buNone/>
              <a:defRPr sz="1300" b="1">
                <a:solidFill>
                  <a:srgbClr val="FF6633"/>
                </a:solidFill>
                <a:latin typeface="Calibri"/>
                <a:ea typeface="Calibri"/>
                <a:cs typeface="Calibri"/>
                <a:sym typeface="Calibri"/>
              </a:defRPr>
            </a:lvl5pPr>
            <a:lvl6pPr lvl="5" rtl="0">
              <a:spcBef>
                <a:spcPts val="0"/>
              </a:spcBef>
              <a:spcAft>
                <a:spcPts val="0"/>
              </a:spcAft>
              <a:buNone/>
              <a:defRPr sz="1300" b="1">
                <a:solidFill>
                  <a:srgbClr val="FF6633"/>
                </a:solidFill>
                <a:latin typeface="Calibri"/>
                <a:ea typeface="Calibri"/>
                <a:cs typeface="Calibri"/>
                <a:sym typeface="Calibri"/>
              </a:defRPr>
            </a:lvl6pPr>
            <a:lvl7pPr lvl="6" rtl="0">
              <a:spcBef>
                <a:spcPts val="0"/>
              </a:spcBef>
              <a:spcAft>
                <a:spcPts val="0"/>
              </a:spcAft>
              <a:buNone/>
              <a:defRPr sz="1300" b="1">
                <a:solidFill>
                  <a:srgbClr val="FF6633"/>
                </a:solidFill>
                <a:latin typeface="Calibri"/>
                <a:ea typeface="Calibri"/>
                <a:cs typeface="Calibri"/>
                <a:sym typeface="Calibri"/>
              </a:defRPr>
            </a:lvl7pPr>
            <a:lvl8pPr lvl="7" rtl="0">
              <a:spcBef>
                <a:spcPts val="0"/>
              </a:spcBef>
              <a:spcAft>
                <a:spcPts val="0"/>
              </a:spcAft>
              <a:buNone/>
              <a:defRPr sz="1300" b="1">
                <a:solidFill>
                  <a:srgbClr val="FF6633"/>
                </a:solidFill>
                <a:latin typeface="Calibri"/>
                <a:ea typeface="Calibri"/>
                <a:cs typeface="Calibri"/>
                <a:sym typeface="Calibri"/>
              </a:defRPr>
            </a:lvl8pPr>
            <a:lvl9pPr lvl="8" rtl="0">
              <a:spcBef>
                <a:spcPts val="0"/>
              </a:spcBef>
              <a:spcAft>
                <a:spcPts val="0"/>
              </a:spcAft>
              <a:buNone/>
              <a:defRPr sz="1300" b="1">
                <a:solidFill>
                  <a:srgbClr val="FF6633"/>
                </a:solidFill>
                <a:latin typeface="Calibri"/>
                <a:ea typeface="Calibri"/>
                <a:cs typeface="Calibri"/>
                <a:sym typeface="Calibri"/>
              </a:defRPr>
            </a:lvl9pPr>
          </a:lstStyle>
          <a:p>
            <a:r>
              <a:rPr lang="en-US"/>
              <a:t>Click to edit Master title style</a:t>
            </a:r>
            <a:endParaRPr/>
          </a:p>
        </p:txBody>
      </p:sp>
      <p:sp>
        <p:nvSpPr>
          <p:cNvPr id="168" name="Google Shape;168;p14"/>
          <p:cNvSpPr txBox="1">
            <a:spLocks noGrp="1"/>
          </p:cNvSpPr>
          <p:nvPr>
            <p:ph type="subTitle" idx="4"/>
          </p:nvPr>
        </p:nvSpPr>
        <p:spPr>
          <a:xfrm>
            <a:off x="623575" y="2005700"/>
            <a:ext cx="4111500" cy="6447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1000">
                <a:latin typeface="Calibri"/>
                <a:ea typeface="Calibri"/>
                <a:cs typeface="Calibri"/>
                <a:sym typeface="Calibri"/>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subtitle style</a:t>
            </a:r>
            <a:endParaRPr/>
          </a:p>
        </p:txBody>
      </p:sp>
      <p:sp>
        <p:nvSpPr>
          <p:cNvPr id="169" name="Google Shape;169;p14"/>
          <p:cNvSpPr txBox="1">
            <a:spLocks noGrp="1"/>
          </p:cNvSpPr>
          <p:nvPr>
            <p:ph type="title" idx="5"/>
          </p:nvPr>
        </p:nvSpPr>
        <p:spPr>
          <a:xfrm>
            <a:off x="623575" y="2479533"/>
            <a:ext cx="4122900" cy="261900"/>
          </a:xfrm>
          <a:prstGeom prst="rect">
            <a:avLst/>
          </a:prstGeom>
          <a:noFill/>
          <a:ln>
            <a:noFill/>
          </a:ln>
        </p:spPr>
        <p:txBody>
          <a:bodyPr spcFirstLastPara="1" wrap="square" lIns="0" tIns="0" rIns="0" bIns="0" anchor="b" anchorCtr="0">
            <a:noAutofit/>
          </a:bodyPr>
          <a:lstStyle>
            <a:lvl1pPr lvl="0" rtl="0">
              <a:spcBef>
                <a:spcPts val="0"/>
              </a:spcBef>
              <a:spcAft>
                <a:spcPts val="0"/>
              </a:spcAft>
              <a:buNone/>
              <a:defRPr sz="1300" b="1">
                <a:solidFill>
                  <a:srgbClr val="FF6633"/>
                </a:solidFill>
                <a:latin typeface="Calibri"/>
                <a:ea typeface="Calibri"/>
                <a:cs typeface="Calibri"/>
                <a:sym typeface="Calibri"/>
              </a:defRPr>
            </a:lvl1pPr>
            <a:lvl2pPr lvl="1" rtl="0">
              <a:spcBef>
                <a:spcPts val="0"/>
              </a:spcBef>
              <a:spcAft>
                <a:spcPts val="0"/>
              </a:spcAft>
              <a:buNone/>
              <a:defRPr sz="1300" b="1">
                <a:solidFill>
                  <a:srgbClr val="FF6633"/>
                </a:solidFill>
                <a:latin typeface="Calibri"/>
                <a:ea typeface="Calibri"/>
                <a:cs typeface="Calibri"/>
                <a:sym typeface="Calibri"/>
              </a:defRPr>
            </a:lvl2pPr>
            <a:lvl3pPr lvl="2" rtl="0">
              <a:spcBef>
                <a:spcPts val="0"/>
              </a:spcBef>
              <a:spcAft>
                <a:spcPts val="0"/>
              </a:spcAft>
              <a:buNone/>
              <a:defRPr sz="1300" b="1">
                <a:solidFill>
                  <a:srgbClr val="FF6633"/>
                </a:solidFill>
                <a:latin typeface="Calibri"/>
                <a:ea typeface="Calibri"/>
                <a:cs typeface="Calibri"/>
                <a:sym typeface="Calibri"/>
              </a:defRPr>
            </a:lvl3pPr>
            <a:lvl4pPr lvl="3" rtl="0">
              <a:spcBef>
                <a:spcPts val="0"/>
              </a:spcBef>
              <a:spcAft>
                <a:spcPts val="0"/>
              </a:spcAft>
              <a:buNone/>
              <a:defRPr sz="1300" b="1">
                <a:solidFill>
                  <a:srgbClr val="FF6633"/>
                </a:solidFill>
                <a:latin typeface="Calibri"/>
                <a:ea typeface="Calibri"/>
                <a:cs typeface="Calibri"/>
                <a:sym typeface="Calibri"/>
              </a:defRPr>
            </a:lvl4pPr>
            <a:lvl5pPr lvl="4" rtl="0">
              <a:spcBef>
                <a:spcPts val="0"/>
              </a:spcBef>
              <a:spcAft>
                <a:spcPts val="0"/>
              </a:spcAft>
              <a:buNone/>
              <a:defRPr sz="1300" b="1">
                <a:solidFill>
                  <a:srgbClr val="FF6633"/>
                </a:solidFill>
                <a:latin typeface="Calibri"/>
                <a:ea typeface="Calibri"/>
                <a:cs typeface="Calibri"/>
                <a:sym typeface="Calibri"/>
              </a:defRPr>
            </a:lvl5pPr>
            <a:lvl6pPr lvl="5" rtl="0">
              <a:spcBef>
                <a:spcPts val="0"/>
              </a:spcBef>
              <a:spcAft>
                <a:spcPts val="0"/>
              </a:spcAft>
              <a:buNone/>
              <a:defRPr sz="1300" b="1">
                <a:solidFill>
                  <a:srgbClr val="FF6633"/>
                </a:solidFill>
                <a:latin typeface="Calibri"/>
                <a:ea typeface="Calibri"/>
                <a:cs typeface="Calibri"/>
                <a:sym typeface="Calibri"/>
              </a:defRPr>
            </a:lvl6pPr>
            <a:lvl7pPr lvl="6" rtl="0">
              <a:spcBef>
                <a:spcPts val="0"/>
              </a:spcBef>
              <a:spcAft>
                <a:spcPts val="0"/>
              </a:spcAft>
              <a:buNone/>
              <a:defRPr sz="1300" b="1">
                <a:solidFill>
                  <a:srgbClr val="FF6633"/>
                </a:solidFill>
                <a:latin typeface="Calibri"/>
                <a:ea typeface="Calibri"/>
                <a:cs typeface="Calibri"/>
                <a:sym typeface="Calibri"/>
              </a:defRPr>
            </a:lvl7pPr>
            <a:lvl8pPr lvl="7" rtl="0">
              <a:spcBef>
                <a:spcPts val="0"/>
              </a:spcBef>
              <a:spcAft>
                <a:spcPts val="0"/>
              </a:spcAft>
              <a:buNone/>
              <a:defRPr sz="1300" b="1">
                <a:solidFill>
                  <a:srgbClr val="FF6633"/>
                </a:solidFill>
                <a:latin typeface="Calibri"/>
                <a:ea typeface="Calibri"/>
                <a:cs typeface="Calibri"/>
                <a:sym typeface="Calibri"/>
              </a:defRPr>
            </a:lvl8pPr>
            <a:lvl9pPr lvl="8" rtl="0">
              <a:spcBef>
                <a:spcPts val="0"/>
              </a:spcBef>
              <a:spcAft>
                <a:spcPts val="0"/>
              </a:spcAft>
              <a:buNone/>
              <a:defRPr sz="1300" b="1">
                <a:solidFill>
                  <a:srgbClr val="FF6633"/>
                </a:solidFill>
                <a:latin typeface="Calibri"/>
                <a:ea typeface="Calibri"/>
                <a:cs typeface="Calibri"/>
                <a:sym typeface="Calibri"/>
              </a:defRPr>
            </a:lvl9pPr>
          </a:lstStyle>
          <a:p>
            <a:r>
              <a:rPr lang="en-US"/>
              <a:t>Click to edit Master title style</a:t>
            </a:r>
            <a:endParaRPr/>
          </a:p>
        </p:txBody>
      </p:sp>
      <p:sp>
        <p:nvSpPr>
          <p:cNvPr id="170" name="Google Shape;170;p14"/>
          <p:cNvSpPr txBox="1">
            <a:spLocks noGrp="1"/>
          </p:cNvSpPr>
          <p:nvPr>
            <p:ph type="subTitle" idx="6"/>
          </p:nvPr>
        </p:nvSpPr>
        <p:spPr>
          <a:xfrm>
            <a:off x="623575" y="2845358"/>
            <a:ext cx="4100400" cy="6447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1000">
                <a:latin typeface="Calibri"/>
                <a:ea typeface="Calibri"/>
                <a:cs typeface="Calibri"/>
                <a:sym typeface="Calibri"/>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subtitle style</a:t>
            </a:r>
            <a:endParaRPr/>
          </a:p>
        </p:txBody>
      </p:sp>
      <p:sp>
        <p:nvSpPr>
          <p:cNvPr id="171" name="Google Shape;171;p14"/>
          <p:cNvSpPr txBox="1">
            <a:spLocks noGrp="1"/>
          </p:cNvSpPr>
          <p:nvPr>
            <p:ph type="title" idx="7"/>
          </p:nvPr>
        </p:nvSpPr>
        <p:spPr>
          <a:xfrm>
            <a:off x="623575" y="3319192"/>
            <a:ext cx="4100400" cy="261900"/>
          </a:xfrm>
          <a:prstGeom prst="rect">
            <a:avLst/>
          </a:prstGeom>
          <a:noFill/>
          <a:ln>
            <a:noFill/>
          </a:ln>
        </p:spPr>
        <p:txBody>
          <a:bodyPr spcFirstLastPara="1" wrap="square" lIns="0" tIns="0" rIns="0" bIns="0" anchor="b" anchorCtr="0">
            <a:noAutofit/>
          </a:bodyPr>
          <a:lstStyle>
            <a:lvl1pPr lvl="0" rtl="0">
              <a:spcBef>
                <a:spcPts val="0"/>
              </a:spcBef>
              <a:spcAft>
                <a:spcPts val="0"/>
              </a:spcAft>
              <a:buNone/>
              <a:defRPr sz="1300" b="1">
                <a:solidFill>
                  <a:srgbClr val="FF6633"/>
                </a:solidFill>
                <a:latin typeface="Calibri"/>
                <a:ea typeface="Calibri"/>
                <a:cs typeface="Calibri"/>
                <a:sym typeface="Calibri"/>
              </a:defRPr>
            </a:lvl1pPr>
            <a:lvl2pPr lvl="1" rtl="0">
              <a:spcBef>
                <a:spcPts val="0"/>
              </a:spcBef>
              <a:spcAft>
                <a:spcPts val="0"/>
              </a:spcAft>
              <a:buNone/>
              <a:defRPr sz="1300" b="1">
                <a:solidFill>
                  <a:srgbClr val="FF6633"/>
                </a:solidFill>
                <a:latin typeface="Calibri"/>
                <a:ea typeface="Calibri"/>
                <a:cs typeface="Calibri"/>
                <a:sym typeface="Calibri"/>
              </a:defRPr>
            </a:lvl2pPr>
            <a:lvl3pPr lvl="2" rtl="0">
              <a:spcBef>
                <a:spcPts val="0"/>
              </a:spcBef>
              <a:spcAft>
                <a:spcPts val="0"/>
              </a:spcAft>
              <a:buNone/>
              <a:defRPr sz="1300" b="1">
                <a:solidFill>
                  <a:srgbClr val="FF6633"/>
                </a:solidFill>
                <a:latin typeface="Calibri"/>
                <a:ea typeface="Calibri"/>
                <a:cs typeface="Calibri"/>
                <a:sym typeface="Calibri"/>
              </a:defRPr>
            </a:lvl3pPr>
            <a:lvl4pPr lvl="3" rtl="0">
              <a:spcBef>
                <a:spcPts val="0"/>
              </a:spcBef>
              <a:spcAft>
                <a:spcPts val="0"/>
              </a:spcAft>
              <a:buNone/>
              <a:defRPr sz="1300" b="1">
                <a:solidFill>
                  <a:srgbClr val="FF6633"/>
                </a:solidFill>
                <a:latin typeface="Calibri"/>
                <a:ea typeface="Calibri"/>
                <a:cs typeface="Calibri"/>
                <a:sym typeface="Calibri"/>
              </a:defRPr>
            </a:lvl4pPr>
            <a:lvl5pPr lvl="4" rtl="0">
              <a:spcBef>
                <a:spcPts val="0"/>
              </a:spcBef>
              <a:spcAft>
                <a:spcPts val="0"/>
              </a:spcAft>
              <a:buNone/>
              <a:defRPr sz="1300" b="1">
                <a:solidFill>
                  <a:srgbClr val="FF6633"/>
                </a:solidFill>
                <a:latin typeface="Calibri"/>
                <a:ea typeface="Calibri"/>
                <a:cs typeface="Calibri"/>
                <a:sym typeface="Calibri"/>
              </a:defRPr>
            </a:lvl5pPr>
            <a:lvl6pPr lvl="5" rtl="0">
              <a:spcBef>
                <a:spcPts val="0"/>
              </a:spcBef>
              <a:spcAft>
                <a:spcPts val="0"/>
              </a:spcAft>
              <a:buNone/>
              <a:defRPr sz="1300" b="1">
                <a:solidFill>
                  <a:srgbClr val="FF6633"/>
                </a:solidFill>
                <a:latin typeface="Calibri"/>
                <a:ea typeface="Calibri"/>
                <a:cs typeface="Calibri"/>
                <a:sym typeface="Calibri"/>
              </a:defRPr>
            </a:lvl6pPr>
            <a:lvl7pPr lvl="6" rtl="0">
              <a:spcBef>
                <a:spcPts val="0"/>
              </a:spcBef>
              <a:spcAft>
                <a:spcPts val="0"/>
              </a:spcAft>
              <a:buNone/>
              <a:defRPr sz="1300" b="1">
                <a:solidFill>
                  <a:srgbClr val="FF6633"/>
                </a:solidFill>
                <a:latin typeface="Calibri"/>
                <a:ea typeface="Calibri"/>
                <a:cs typeface="Calibri"/>
                <a:sym typeface="Calibri"/>
              </a:defRPr>
            </a:lvl7pPr>
            <a:lvl8pPr lvl="7" rtl="0">
              <a:spcBef>
                <a:spcPts val="0"/>
              </a:spcBef>
              <a:spcAft>
                <a:spcPts val="0"/>
              </a:spcAft>
              <a:buNone/>
              <a:defRPr sz="1300" b="1">
                <a:solidFill>
                  <a:srgbClr val="FF6633"/>
                </a:solidFill>
                <a:latin typeface="Calibri"/>
                <a:ea typeface="Calibri"/>
                <a:cs typeface="Calibri"/>
                <a:sym typeface="Calibri"/>
              </a:defRPr>
            </a:lvl8pPr>
            <a:lvl9pPr lvl="8" rtl="0">
              <a:spcBef>
                <a:spcPts val="0"/>
              </a:spcBef>
              <a:spcAft>
                <a:spcPts val="0"/>
              </a:spcAft>
              <a:buNone/>
              <a:defRPr sz="1300" b="1">
                <a:solidFill>
                  <a:srgbClr val="FF6633"/>
                </a:solidFill>
                <a:latin typeface="Calibri"/>
                <a:ea typeface="Calibri"/>
                <a:cs typeface="Calibri"/>
                <a:sym typeface="Calibri"/>
              </a:defRPr>
            </a:lvl9pPr>
          </a:lstStyle>
          <a:p>
            <a:r>
              <a:rPr lang="en-US"/>
              <a:t>Click to edit Master title style</a:t>
            </a:r>
            <a:endParaRPr/>
          </a:p>
        </p:txBody>
      </p:sp>
      <p:sp>
        <p:nvSpPr>
          <p:cNvPr id="172" name="Google Shape;172;p14"/>
          <p:cNvSpPr txBox="1">
            <a:spLocks noGrp="1"/>
          </p:cNvSpPr>
          <p:nvPr>
            <p:ph type="subTitle" idx="8"/>
          </p:nvPr>
        </p:nvSpPr>
        <p:spPr>
          <a:xfrm>
            <a:off x="623575" y="3685017"/>
            <a:ext cx="4089000" cy="6447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1000">
                <a:latin typeface="Calibri"/>
                <a:ea typeface="Calibri"/>
                <a:cs typeface="Calibri"/>
                <a:sym typeface="Calibri"/>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subtitle style</a:t>
            </a:r>
            <a:endParaRPr/>
          </a:p>
        </p:txBody>
      </p:sp>
      <p:sp>
        <p:nvSpPr>
          <p:cNvPr id="173" name="Google Shape;173;p14"/>
          <p:cNvSpPr txBox="1">
            <a:spLocks noGrp="1"/>
          </p:cNvSpPr>
          <p:nvPr>
            <p:ph type="title" idx="9"/>
          </p:nvPr>
        </p:nvSpPr>
        <p:spPr>
          <a:xfrm>
            <a:off x="623616" y="4158850"/>
            <a:ext cx="4089000" cy="261900"/>
          </a:xfrm>
          <a:prstGeom prst="rect">
            <a:avLst/>
          </a:prstGeom>
          <a:noFill/>
          <a:ln>
            <a:noFill/>
          </a:ln>
        </p:spPr>
        <p:txBody>
          <a:bodyPr spcFirstLastPara="1" wrap="square" lIns="0" tIns="0" rIns="0" bIns="0" anchor="b" anchorCtr="0">
            <a:noAutofit/>
          </a:bodyPr>
          <a:lstStyle>
            <a:lvl1pPr lvl="0" rtl="0">
              <a:spcBef>
                <a:spcPts val="0"/>
              </a:spcBef>
              <a:spcAft>
                <a:spcPts val="0"/>
              </a:spcAft>
              <a:buNone/>
              <a:defRPr sz="1300" b="1">
                <a:solidFill>
                  <a:srgbClr val="FF6633"/>
                </a:solidFill>
                <a:latin typeface="Calibri"/>
                <a:ea typeface="Calibri"/>
                <a:cs typeface="Calibri"/>
                <a:sym typeface="Calibri"/>
              </a:defRPr>
            </a:lvl1pPr>
            <a:lvl2pPr lvl="1" rtl="0">
              <a:spcBef>
                <a:spcPts val="0"/>
              </a:spcBef>
              <a:spcAft>
                <a:spcPts val="0"/>
              </a:spcAft>
              <a:buNone/>
              <a:defRPr sz="1300" b="1">
                <a:solidFill>
                  <a:srgbClr val="FF6633"/>
                </a:solidFill>
                <a:latin typeface="Calibri"/>
                <a:ea typeface="Calibri"/>
                <a:cs typeface="Calibri"/>
                <a:sym typeface="Calibri"/>
              </a:defRPr>
            </a:lvl2pPr>
            <a:lvl3pPr lvl="2" rtl="0">
              <a:spcBef>
                <a:spcPts val="0"/>
              </a:spcBef>
              <a:spcAft>
                <a:spcPts val="0"/>
              </a:spcAft>
              <a:buNone/>
              <a:defRPr sz="1300" b="1">
                <a:solidFill>
                  <a:srgbClr val="FF6633"/>
                </a:solidFill>
                <a:latin typeface="Calibri"/>
                <a:ea typeface="Calibri"/>
                <a:cs typeface="Calibri"/>
                <a:sym typeface="Calibri"/>
              </a:defRPr>
            </a:lvl3pPr>
            <a:lvl4pPr lvl="3" rtl="0">
              <a:spcBef>
                <a:spcPts val="0"/>
              </a:spcBef>
              <a:spcAft>
                <a:spcPts val="0"/>
              </a:spcAft>
              <a:buNone/>
              <a:defRPr sz="1300" b="1">
                <a:solidFill>
                  <a:srgbClr val="FF6633"/>
                </a:solidFill>
                <a:latin typeface="Calibri"/>
                <a:ea typeface="Calibri"/>
                <a:cs typeface="Calibri"/>
                <a:sym typeface="Calibri"/>
              </a:defRPr>
            </a:lvl4pPr>
            <a:lvl5pPr lvl="4" rtl="0">
              <a:spcBef>
                <a:spcPts val="0"/>
              </a:spcBef>
              <a:spcAft>
                <a:spcPts val="0"/>
              </a:spcAft>
              <a:buNone/>
              <a:defRPr sz="1300" b="1">
                <a:solidFill>
                  <a:srgbClr val="FF6633"/>
                </a:solidFill>
                <a:latin typeface="Calibri"/>
                <a:ea typeface="Calibri"/>
                <a:cs typeface="Calibri"/>
                <a:sym typeface="Calibri"/>
              </a:defRPr>
            </a:lvl5pPr>
            <a:lvl6pPr lvl="5" rtl="0">
              <a:spcBef>
                <a:spcPts val="0"/>
              </a:spcBef>
              <a:spcAft>
                <a:spcPts val="0"/>
              </a:spcAft>
              <a:buNone/>
              <a:defRPr sz="1300" b="1">
                <a:solidFill>
                  <a:srgbClr val="FF6633"/>
                </a:solidFill>
                <a:latin typeface="Calibri"/>
                <a:ea typeface="Calibri"/>
                <a:cs typeface="Calibri"/>
                <a:sym typeface="Calibri"/>
              </a:defRPr>
            </a:lvl6pPr>
            <a:lvl7pPr lvl="6" rtl="0">
              <a:spcBef>
                <a:spcPts val="0"/>
              </a:spcBef>
              <a:spcAft>
                <a:spcPts val="0"/>
              </a:spcAft>
              <a:buNone/>
              <a:defRPr sz="1300" b="1">
                <a:solidFill>
                  <a:srgbClr val="FF6633"/>
                </a:solidFill>
                <a:latin typeface="Calibri"/>
                <a:ea typeface="Calibri"/>
                <a:cs typeface="Calibri"/>
                <a:sym typeface="Calibri"/>
              </a:defRPr>
            </a:lvl7pPr>
            <a:lvl8pPr lvl="7" rtl="0">
              <a:spcBef>
                <a:spcPts val="0"/>
              </a:spcBef>
              <a:spcAft>
                <a:spcPts val="0"/>
              </a:spcAft>
              <a:buNone/>
              <a:defRPr sz="1300" b="1">
                <a:solidFill>
                  <a:srgbClr val="FF6633"/>
                </a:solidFill>
                <a:latin typeface="Calibri"/>
                <a:ea typeface="Calibri"/>
                <a:cs typeface="Calibri"/>
                <a:sym typeface="Calibri"/>
              </a:defRPr>
            </a:lvl8pPr>
            <a:lvl9pPr lvl="8" rtl="0">
              <a:spcBef>
                <a:spcPts val="0"/>
              </a:spcBef>
              <a:spcAft>
                <a:spcPts val="0"/>
              </a:spcAft>
              <a:buNone/>
              <a:defRPr sz="1300" b="1">
                <a:solidFill>
                  <a:srgbClr val="FF6633"/>
                </a:solidFill>
                <a:latin typeface="Calibri"/>
                <a:ea typeface="Calibri"/>
                <a:cs typeface="Calibri"/>
                <a:sym typeface="Calibri"/>
              </a:defRPr>
            </a:lvl9pPr>
          </a:lstStyle>
          <a:p>
            <a:r>
              <a:rPr lang="en-US"/>
              <a:t>Click to edit Master title style</a:t>
            </a:r>
            <a:endParaRPr/>
          </a:p>
        </p:txBody>
      </p:sp>
      <p:sp>
        <p:nvSpPr>
          <p:cNvPr id="174" name="Google Shape;174;p14"/>
          <p:cNvSpPr txBox="1">
            <a:spLocks noGrp="1"/>
          </p:cNvSpPr>
          <p:nvPr>
            <p:ph type="subTitle" idx="13"/>
          </p:nvPr>
        </p:nvSpPr>
        <p:spPr>
          <a:xfrm>
            <a:off x="623613" y="4524675"/>
            <a:ext cx="4089000" cy="6447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1000">
                <a:latin typeface="Calibri"/>
                <a:ea typeface="Calibri"/>
                <a:cs typeface="Calibri"/>
                <a:sym typeface="Calibri"/>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subtitle style</a:t>
            </a:r>
            <a:endParaRPr/>
          </a:p>
        </p:txBody>
      </p:sp>
      <p:sp>
        <p:nvSpPr>
          <p:cNvPr id="175" name="Google Shape;175;p14"/>
          <p:cNvSpPr txBox="1">
            <a:spLocks noGrp="1"/>
          </p:cNvSpPr>
          <p:nvPr>
            <p:ph type="title" idx="14"/>
          </p:nvPr>
        </p:nvSpPr>
        <p:spPr>
          <a:xfrm>
            <a:off x="5513981" y="1639875"/>
            <a:ext cx="2434200" cy="261900"/>
          </a:xfrm>
          <a:prstGeom prst="rect">
            <a:avLst/>
          </a:prstGeom>
          <a:noFill/>
          <a:ln>
            <a:noFill/>
          </a:ln>
        </p:spPr>
        <p:txBody>
          <a:bodyPr spcFirstLastPara="1" wrap="square" lIns="0" tIns="0" rIns="0" bIns="0" anchor="b" anchorCtr="0">
            <a:noAutofit/>
          </a:bodyPr>
          <a:lstStyle>
            <a:lvl1pPr lvl="0" rtl="0">
              <a:spcBef>
                <a:spcPts val="0"/>
              </a:spcBef>
              <a:spcAft>
                <a:spcPts val="0"/>
              </a:spcAft>
              <a:buNone/>
              <a:defRPr sz="1300" b="1">
                <a:solidFill>
                  <a:srgbClr val="FF6633"/>
                </a:solidFill>
                <a:latin typeface="Calibri"/>
                <a:ea typeface="Calibri"/>
                <a:cs typeface="Calibri"/>
                <a:sym typeface="Calibri"/>
              </a:defRPr>
            </a:lvl1pPr>
            <a:lvl2pPr lvl="1" rtl="0">
              <a:spcBef>
                <a:spcPts val="0"/>
              </a:spcBef>
              <a:spcAft>
                <a:spcPts val="0"/>
              </a:spcAft>
              <a:buNone/>
              <a:defRPr sz="1300" b="1">
                <a:solidFill>
                  <a:srgbClr val="FF6633"/>
                </a:solidFill>
                <a:latin typeface="Calibri"/>
                <a:ea typeface="Calibri"/>
                <a:cs typeface="Calibri"/>
                <a:sym typeface="Calibri"/>
              </a:defRPr>
            </a:lvl2pPr>
            <a:lvl3pPr lvl="2" rtl="0">
              <a:spcBef>
                <a:spcPts val="0"/>
              </a:spcBef>
              <a:spcAft>
                <a:spcPts val="0"/>
              </a:spcAft>
              <a:buNone/>
              <a:defRPr sz="1300" b="1">
                <a:solidFill>
                  <a:srgbClr val="FF6633"/>
                </a:solidFill>
                <a:latin typeface="Calibri"/>
                <a:ea typeface="Calibri"/>
                <a:cs typeface="Calibri"/>
                <a:sym typeface="Calibri"/>
              </a:defRPr>
            </a:lvl3pPr>
            <a:lvl4pPr lvl="3" rtl="0">
              <a:spcBef>
                <a:spcPts val="0"/>
              </a:spcBef>
              <a:spcAft>
                <a:spcPts val="0"/>
              </a:spcAft>
              <a:buNone/>
              <a:defRPr sz="1300" b="1">
                <a:solidFill>
                  <a:srgbClr val="FF6633"/>
                </a:solidFill>
                <a:latin typeface="Calibri"/>
                <a:ea typeface="Calibri"/>
                <a:cs typeface="Calibri"/>
                <a:sym typeface="Calibri"/>
              </a:defRPr>
            </a:lvl4pPr>
            <a:lvl5pPr lvl="4" rtl="0">
              <a:spcBef>
                <a:spcPts val="0"/>
              </a:spcBef>
              <a:spcAft>
                <a:spcPts val="0"/>
              </a:spcAft>
              <a:buNone/>
              <a:defRPr sz="1300" b="1">
                <a:solidFill>
                  <a:srgbClr val="FF6633"/>
                </a:solidFill>
                <a:latin typeface="Calibri"/>
                <a:ea typeface="Calibri"/>
                <a:cs typeface="Calibri"/>
                <a:sym typeface="Calibri"/>
              </a:defRPr>
            </a:lvl5pPr>
            <a:lvl6pPr lvl="5" rtl="0">
              <a:spcBef>
                <a:spcPts val="0"/>
              </a:spcBef>
              <a:spcAft>
                <a:spcPts val="0"/>
              </a:spcAft>
              <a:buNone/>
              <a:defRPr sz="1300" b="1">
                <a:solidFill>
                  <a:srgbClr val="FF6633"/>
                </a:solidFill>
                <a:latin typeface="Calibri"/>
                <a:ea typeface="Calibri"/>
                <a:cs typeface="Calibri"/>
                <a:sym typeface="Calibri"/>
              </a:defRPr>
            </a:lvl6pPr>
            <a:lvl7pPr lvl="6" rtl="0">
              <a:spcBef>
                <a:spcPts val="0"/>
              </a:spcBef>
              <a:spcAft>
                <a:spcPts val="0"/>
              </a:spcAft>
              <a:buNone/>
              <a:defRPr sz="1300" b="1">
                <a:solidFill>
                  <a:srgbClr val="FF6633"/>
                </a:solidFill>
                <a:latin typeface="Calibri"/>
                <a:ea typeface="Calibri"/>
                <a:cs typeface="Calibri"/>
                <a:sym typeface="Calibri"/>
              </a:defRPr>
            </a:lvl7pPr>
            <a:lvl8pPr lvl="7" rtl="0">
              <a:spcBef>
                <a:spcPts val="0"/>
              </a:spcBef>
              <a:spcAft>
                <a:spcPts val="0"/>
              </a:spcAft>
              <a:buNone/>
              <a:defRPr sz="1300" b="1">
                <a:solidFill>
                  <a:srgbClr val="FF6633"/>
                </a:solidFill>
                <a:latin typeface="Calibri"/>
                <a:ea typeface="Calibri"/>
                <a:cs typeface="Calibri"/>
                <a:sym typeface="Calibri"/>
              </a:defRPr>
            </a:lvl8pPr>
            <a:lvl9pPr lvl="8" rtl="0">
              <a:spcBef>
                <a:spcPts val="0"/>
              </a:spcBef>
              <a:spcAft>
                <a:spcPts val="0"/>
              </a:spcAft>
              <a:buNone/>
              <a:defRPr sz="1300" b="1">
                <a:solidFill>
                  <a:srgbClr val="FF6633"/>
                </a:solidFill>
                <a:latin typeface="Calibri"/>
                <a:ea typeface="Calibri"/>
                <a:cs typeface="Calibri"/>
                <a:sym typeface="Calibri"/>
              </a:defRPr>
            </a:lvl9pPr>
          </a:lstStyle>
          <a:p>
            <a:r>
              <a:rPr lang="en-US"/>
              <a:t>Click to edit Master title style</a:t>
            </a:r>
            <a:endParaRPr/>
          </a:p>
        </p:txBody>
      </p:sp>
      <p:sp>
        <p:nvSpPr>
          <p:cNvPr id="176" name="Google Shape;176;p14"/>
          <p:cNvSpPr txBox="1">
            <a:spLocks noGrp="1"/>
          </p:cNvSpPr>
          <p:nvPr>
            <p:ph type="subTitle" idx="15"/>
          </p:nvPr>
        </p:nvSpPr>
        <p:spPr>
          <a:xfrm>
            <a:off x="5513981" y="2005700"/>
            <a:ext cx="2427300" cy="6447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1000">
                <a:latin typeface="Calibri"/>
                <a:ea typeface="Calibri"/>
                <a:cs typeface="Calibri"/>
                <a:sym typeface="Calibri"/>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subtitle style</a:t>
            </a:r>
            <a:endParaRPr/>
          </a:p>
        </p:txBody>
      </p:sp>
      <p:sp>
        <p:nvSpPr>
          <p:cNvPr id="177" name="Google Shape;177;p14"/>
          <p:cNvSpPr txBox="1">
            <a:spLocks noGrp="1"/>
          </p:cNvSpPr>
          <p:nvPr>
            <p:ph type="title" idx="16"/>
          </p:nvPr>
        </p:nvSpPr>
        <p:spPr>
          <a:xfrm>
            <a:off x="5513981" y="3319200"/>
            <a:ext cx="2434200" cy="261900"/>
          </a:xfrm>
          <a:prstGeom prst="rect">
            <a:avLst/>
          </a:prstGeom>
          <a:noFill/>
          <a:ln>
            <a:noFill/>
          </a:ln>
        </p:spPr>
        <p:txBody>
          <a:bodyPr spcFirstLastPara="1" wrap="square" lIns="0" tIns="0" rIns="0" bIns="0" anchor="b" anchorCtr="0">
            <a:noAutofit/>
          </a:bodyPr>
          <a:lstStyle>
            <a:lvl1pPr lvl="0" rtl="0">
              <a:spcBef>
                <a:spcPts val="0"/>
              </a:spcBef>
              <a:spcAft>
                <a:spcPts val="0"/>
              </a:spcAft>
              <a:buNone/>
              <a:defRPr sz="1300" b="1">
                <a:solidFill>
                  <a:srgbClr val="FF6633"/>
                </a:solidFill>
                <a:latin typeface="Calibri"/>
                <a:ea typeface="Calibri"/>
                <a:cs typeface="Calibri"/>
                <a:sym typeface="Calibri"/>
              </a:defRPr>
            </a:lvl1pPr>
            <a:lvl2pPr lvl="1" rtl="0">
              <a:spcBef>
                <a:spcPts val="0"/>
              </a:spcBef>
              <a:spcAft>
                <a:spcPts val="0"/>
              </a:spcAft>
              <a:buNone/>
              <a:defRPr sz="1300" b="1">
                <a:solidFill>
                  <a:srgbClr val="FF6633"/>
                </a:solidFill>
                <a:latin typeface="Calibri"/>
                <a:ea typeface="Calibri"/>
                <a:cs typeface="Calibri"/>
                <a:sym typeface="Calibri"/>
              </a:defRPr>
            </a:lvl2pPr>
            <a:lvl3pPr lvl="2" rtl="0">
              <a:spcBef>
                <a:spcPts val="0"/>
              </a:spcBef>
              <a:spcAft>
                <a:spcPts val="0"/>
              </a:spcAft>
              <a:buNone/>
              <a:defRPr sz="1300" b="1">
                <a:solidFill>
                  <a:srgbClr val="FF6633"/>
                </a:solidFill>
                <a:latin typeface="Calibri"/>
                <a:ea typeface="Calibri"/>
                <a:cs typeface="Calibri"/>
                <a:sym typeface="Calibri"/>
              </a:defRPr>
            </a:lvl3pPr>
            <a:lvl4pPr lvl="3" rtl="0">
              <a:spcBef>
                <a:spcPts val="0"/>
              </a:spcBef>
              <a:spcAft>
                <a:spcPts val="0"/>
              </a:spcAft>
              <a:buNone/>
              <a:defRPr sz="1300" b="1">
                <a:solidFill>
                  <a:srgbClr val="FF6633"/>
                </a:solidFill>
                <a:latin typeface="Calibri"/>
                <a:ea typeface="Calibri"/>
                <a:cs typeface="Calibri"/>
                <a:sym typeface="Calibri"/>
              </a:defRPr>
            </a:lvl4pPr>
            <a:lvl5pPr lvl="4" rtl="0">
              <a:spcBef>
                <a:spcPts val="0"/>
              </a:spcBef>
              <a:spcAft>
                <a:spcPts val="0"/>
              </a:spcAft>
              <a:buNone/>
              <a:defRPr sz="1300" b="1">
                <a:solidFill>
                  <a:srgbClr val="FF6633"/>
                </a:solidFill>
                <a:latin typeface="Calibri"/>
                <a:ea typeface="Calibri"/>
                <a:cs typeface="Calibri"/>
                <a:sym typeface="Calibri"/>
              </a:defRPr>
            </a:lvl5pPr>
            <a:lvl6pPr lvl="5" rtl="0">
              <a:spcBef>
                <a:spcPts val="0"/>
              </a:spcBef>
              <a:spcAft>
                <a:spcPts val="0"/>
              </a:spcAft>
              <a:buNone/>
              <a:defRPr sz="1300" b="1">
                <a:solidFill>
                  <a:srgbClr val="FF6633"/>
                </a:solidFill>
                <a:latin typeface="Calibri"/>
                <a:ea typeface="Calibri"/>
                <a:cs typeface="Calibri"/>
                <a:sym typeface="Calibri"/>
              </a:defRPr>
            </a:lvl6pPr>
            <a:lvl7pPr lvl="6" rtl="0">
              <a:spcBef>
                <a:spcPts val="0"/>
              </a:spcBef>
              <a:spcAft>
                <a:spcPts val="0"/>
              </a:spcAft>
              <a:buNone/>
              <a:defRPr sz="1300" b="1">
                <a:solidFill>
                  <a:srgbClr val="FF6633"/>
                </a:solidFill>
                <a:latin typeface="Calibri"/>
                <a:ea typeface="Calibri"/>
                <a:cs typeface="Calibri"/>
                <a:sym typeface="Calibri"/>
              </a:defRPr>
            </a:lvl7pPr>
            <a:lvl8pPr lvl="7" rtl="0">
              <a:spcBef>
                <a:spcPts val="0"/>
              </a:spcBef>
              <a:spcAft>
                <a:spcPts val="0"/>
              </a:spcAft>
              <a:buNone/>
              <a:defRPr sz="1300" b="1">
                <a:solidFill>
                  <a:srgbClr val="FF6633"/>
                </a:solidFill>
                <a:latin typeface="Calibri"/>
                <a:ea typeface="Calibri"/>
                <a:cs typeface="Calibri"/>
                <a:sym typeface="Calibri"/>
              </a:defRPr>
            </a:lvl8pPr>
            <a:lvl9pPr lvl="8" rtl="0">
              <a:spcBef>
                <a:spcPts val="0"/>
              </a:spcBef>
              <a:spcAft>
                <a:spcPts val="0"/>
              </a:spcAft>
              <a:buNone/>
              <a:defRPr sz="1300" b="1">
                <a:solidFill>
                  <a:srgbClr val="FF6633"/>
                </a:solidFill>
                <a:latin typeface="Calibri"/>
                <a:ea typeface="Calibri"/>
                <a:cs typeface="Calibri"/>
                <a:sym typeface="Calibri"/>
              </a:defRPr>
            </a:lvl9pPr>
          </a:lstStyle>
          <a:p>
            <a:r>
              <a:rPr lang="en-US"/>
              <a:t>Click to edit Master title style</a:t>
            </a:r>
            <a:endParaRPr/>
          </a:p>
        </p:txBody>
      </p:sp>
      <p:sp>
        <p:nvSpPr>
          <p:cNvPr id="178" name="Google Shape;178;p14"/>
          <p:cNvSpPr txBox="1">
            <a:spLocks noGrp="1"/>
          </p:cNvSpPr>
          <p:nvPr>
            <p:ph type="subTitle" idx="17"/>
          </p:nvPr>
        </p:nvSpPr>
        <p:spPr>
          <a:xfrm>
            <a:off x="5513981" y="3685025"/>
            <a:ext cx="2427300" cy="6447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1000">
                <a:latin typeface="Calibri"/>
                <a:ea typeface="Calibri"/>
                <a:cs typeface="Calibri"/>
                <a:sym typeface="Calibri"/>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subtitle style</a:t>
            </a:r>
            <a:endParaRPr/>
          </a:p>
        </p:txBody>
      </p:sp>
      <p:sp>
        <p:nvSpPr>
          <p:cNvPr id="179" name="Google Shape;179;p14"/>
          <p:cNvSpPr/>
          <p:nvPr/>
        </p:nvSpPr>
        <p:spPr>
          <a:xfrm rot="5400000">
            <a:off x="-2521200" y="2521200"/>
            <a:ext cx="5159100" cy="116700"/>
          </a:xfrm>
          <a:prstGeom prst="rect">
            <a:avLst/>
          </a:prstGeom>
          <a:gradFill>
            <a:gsLst>
              <a:gs pos="0">
                <a:srgbClr val="FF6633"/>
              </a:gs>
              <a:gs pos="100000">
                <a:srgbClr val="EE4442"/>
              </a:gs>
            </a:gsLst>
            <a:lin ang="0" scaled="0"/>
          </a:gra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0" name="Google Shape;180;p14"/>
          <p:cNvSpPr txBox="1"/>
          <p:nvPr/>
        </p:nvSpPr>
        <p:spPr>
          <a:xfrm>
            <a:off x="3767400" y="4948876"/>
            <a:ext cx="1609200" cy="17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i="1">
                <a:solidFill>
                  <a:srgbClr val="999999"/>
                </a:solidFill>
              </a:rPr>
              <a:t>MetaPhase Proprietary</a:t>
            </a:r>
            <a:endParaRPr sz="800" i="1">
              <a:solidFill>
                <a:srgbClr val="999999"/>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se Studies Canvas">
  <p:cSld name="CUSTOM_1_1_1_1_2">
    <p:bg>
      <p:bgPr>
        <a:blipFill>
          <a:blip r:embed="rId2">
            <a:alphaModFix/>
          </a:blip>
          <a:stretch>
            <a:fillRect/>
          </a:stretch>
        </a:blipFill>
        <a:effectLst/>
      </p:bgPr>
    </p:bg>
    <p:spTree>
      <p:nvGrpSpPr>
        <p:cNvPr id="1" name="Shape 181"/>
        <p:cNvGrpSpPr/>
        <p:nvPr/>
      </p:nvGrpSpPr>
      <p:grpSpPr>
        <a:xfrm>
          <a:off x="0" y="0"/>
          <a:ext cx="0" cy="0"/>
          <a:chOff x="0" y="0"/>
          <a:chExt cx="0" cy="0"/>
        </a:xfrm>
      </p:grpSpPr>
      <p:sp>
        <p:nvSpPr>
          <p:cNvPr id="182" name="Google Shape;182;p15"/>
          <p:cNvSpPr txBox="1">
            <a:spLocks noGrp="1"/>
          </p:cNvSpPr>
          <p:nvPr>
            <p:ph type="title"/>
          </p:nvPr>
        </p:nvSpPr>
        <p:spPr>
          <a:xfrm>
            <a:off x="4587650" y="924632"/>
            <a:ext cx="2451900" cy="2619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1400" b="1">
                <a:solidFill>
                  <a:srgbClr val="FF6633"/>
                </a:solidFill>
                <a:latin typeface="Calibri"/>
                <a:ea typeface="Calibri"/>
                <a:cs typeface="Calibri"/>
                <a:sym typeface="Calibri"/>
              </a:defRPr>
            </a:lvl1pPr>
            <a:lvl2pPr lvl="1" rtl="0">
              <a:spcBef>
                <a:spcPts val="0"/>
              </a:spcBef>
              <a:spcAft>
                <a:spcPts val="0"/>
              </a:spcAft>
              <a:buNone/>
              <a:defRPr sz="1400" b="1">
                <a:solidFill>
                  <a:srgbClr val="FF6633"/>
                </a:solidFill>
                <a:latin typeface="Calibri"/>
                <a:ea typeface="Calibri"/>
                <a:cs typeface="Calibri"/>
                <a:sym typeface="Calibri"/>
              </a:defRPr>
            </a:lvl2pPr>
            <a:lvl3pPr lvl="2" rtl="0">
              <a:spcBef>
                <a:spcPts val="0"/>
              </a:spcBef>
              <a:spcAft>
                <a:spcPts val="0"/>
              </a:spcAft>
              <a:buNone/>
              <a:defRPr sz="1400" b="1">
                <a:solidFill>
                  <a:srgbClr val="FF6633"/>
                </a:solidFill>
                <a:latin typeface="Calibri"/>
                <a:ea typeface="Calibri"/>
                <a:cs typeface="Calibri"/>
                <a:sym typeface="Calibri"/>
              </a:defRPr>
            </a:lvl3pPr>
            <a:lvl4pPr lvl="3" rtl="0">
              <a:spcBef>
                <a:spcPts val="0"/>
              </a:spcBef>
              <a:spcAft>
                <a:spcPts val="0"/>
              </a:spcAft>
              <a:buNone/>
              <a:defRPr sz="1400" b="1">
                <a:solidFill>
                  <a:srgbClr val="FF6633"/>
                </a:solidFill>
                <a:latin typeface="Calibri"/>
                <a:ea typeface="Calibri"/>
                <a:cs typeface="Calibri"/>
                <a:sym typeface="Calibri"/>
              </a:defRPr>
            </a:lvl4pPr>
            <a:lvl5pPr lvl="4" rtl="0">
              <a:spcBef>
                <a:spcPts val="0"/>
              </a:spcBef>
              <a:spcAft>
                <a:spcPts val="0"/>
              </a:spcAft>
              <a:buNone/>
              <a:defRPr sz="1400" b="1">
                <a:solidFill>
                  <a:srgbClr val="FF6633"/>
                </a:solidFill>
                <a:latin typeface="Calibri"/>
                <a:ea typeface="Calibri"/>
                <a:cs typeface="Calibri"/>
                <a:sym typeface="Calibri"/>
              </a:defRPr>
            </a:lvl5pPr>
            <a:lvl6pPr lvl="5" rtl="0">
              <a:spcBef>
                <a:spcPts val="0"/>
              </a:spcBef>
              <a:spcAft>
                <a:spcPts val="0"/>
              </a:spcAft>
              <a:buNone/>
              <a:defRPr sz="1400" b="1">
                <a:solidFill>
                  <a:srgbClr val="FF6633"/>
                </a:solidFill>
                <a:latin typeface="Calibri"/>
                <a:ea typeface="Calibri"/>
                <a:cs typeface="Calibri"/>
                <a:sym typeface="Calibri"/>
              </a:defRPr>
            </a:lvl6pPr>
            <a:lvl7pPr lvl="6" rtl="0">
              <a:spcBef>
                <a:spcPts val="0"/>
              </a:spcBef>
              <a:spcAft>
                <a:spcPts val="0"/>
              </a:spcAft>
              <a:buNone/>
              <a:defRPr sz="1400" b="1">
                <a:solidFill>
                  <a:srgbClr val="FF6633"/>
                </a:solidFill>
                <a:latin typeface="Calibri"/>
                <a:ea typeface="Calibri"/>
                <a:cs typeface="Calibri"/>
                <a:sym typeface="Calibri"/>
              </a:defRPr>
            </a:lvl7pPr>
            <a:lvl8pPr lvl="7" rtl="0">
              <a:spcBef>
                <a:spcPts val="0"/>
              </a:spcBef>
              <a:spcAft>
                <a:spcPts val="0"/>
              </a:spcAft>
              <a:buNone/>
              <a:defRPr sz="1400" b="1">
                <a:solidFill>
                  <a:srgbClr val="FF6633"/>
                </a:solidFill>
                <a:latin typeface="Calibri"/>
                <a:ea typeface="Calibri"/>
                <a:cs typeface="Calibri"/>
                <a:sym typeface="Calibri"/>
              </a:defRPr>
            </a:lvl8pPr>
            <a:lvl9pPr lvl="8" rtl="0">
              <a:spcBef>
                <a:spcPts val="0"/>
              </a:spcBef>
              <a:spcAft>
                <a:spcPts val="0"/>
              </a:spcAft>
              <a:buNone/>
              <a:defRPr sz="1400" b="1">
                <a:solidFill>
                  <a:srgbClr val="FF6633"/>
                </a:solidFill>
                <a:latin typeface="Calibri"/>
                <a:ea typeface="Calibri"/>
                <a:cs typeface="Calibri"/>
                <a:sym typeface="Calibri"/>
              </a:defRPr>
            </a:lvl9pPr>
          </a:lstStyle>
          <a:p>
            <a:r>
              <a:rPr lang="en-US"/>
              <a:t>Click to edit Master title style</a:t>
            </a:r>
            <a:endParaRPr/>
          </a:p>
        </p:txBody>
      </p:sp>
      <p:sp>
        <p:nvSpPr>
          <p:cNvPr id="183" name="Google Shape;183;p15"/>
          <p:cNvSpPr txBox="1">
            <a:spLocks noGrp="1"/>
          </p:cNvSpPr>
          <p:nvPr>
            <p:ph type="title" idx="2"/>
          </p:nvPr>
        </p:nvSpPr>
        <p:spPr>
          <a:xfrm>
            <a:off x="610250" y="2390949"/>
            <a:ext cx="2451900" cy="2883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1400" b="1">
                <a:solidFill>
                  <a:srgbClr val="FF6633"/>
                </a:solidFill>
                <a:latin typeface="Calibri"/>
                <a:ea typeface="Calibri"/>
                <a:cs typeface="Calibri"/>
                <a:sym typeface="Calibri"/>
              </a:defRPr>
            </a:lvl1pPr>
            <a:lvl2pPr lvl="1" rtl="0">
              <a:spcBef>
                <a:spcPts val="0"/>
              </a:spcBef>
              <a:spcAft>
                <a:spcPts val="0"/>
              </a:spcAft>
              <a:buNone/>
              <a:defRPr sz="1300" b="1">
                <a:solidFill>
                  <a:srgbClr val="FF6633"/>
                </a:solidFill>
                <a:latin typeface="Calibri"/>
                <a:ea typeface="Calibri"/>
                <a:cs typeface="Calibri"/>
                <a:sym typeface="Calibri"/>
              </a:defRPr>
            </a:lvl2pPr>
            <a:lvl3pPr lvl="2" rtl="0">
              <a:spcBef>
                <a:spcPts val="0"/>
              </a:spcBef>
              <a:spcAft>
                <a:spcPts val="0"/>
              </a:spcAft>
              <a:buNone/>
              <a:defRPr sz="1300" b="1">
                <a:solidFill>
                  <a:srgbClr val="FF6633"/>
                </a:solidFill>
                <a:latin typeface="Calibri"/>
                <a:ea typeface="Calibri"/>
                <a:cs typeface="Calibri"/>
                <a:sym typeface="Calibri"/>
              </a:defRPr>
            </a:lvl3pPr>
            <a:lvl4pPr lvl="3" rtl="0">
              <a:spcBef>
                <a:spcPts val="0"/>
              </a:spcBef>
              <a:spcAft>
                <a:spcPts val="0"/>
              </a:spcAft>
              <a:buNone/>
              <a:defRPr sz="1300" b="1">
                <a:solidFill>
                  <a:srgbClr val="FF6633"/>
                </a:solidFill>
                <a:latin typeface="Calibri"/>
                <a:ea typeface="Calibri"/>
                <a:cs typeface="Calibri"/>
                <a:sym typeface="Calibri"/>
              </a:defRPr>
            </a:lvl4pPr>
            <a:lvl5pPr lvl="4" rtl="0">
              <a:spcBef>
                <a:spcPts val="0"/>
              </a:spcBef>
              <a:spcAft>
                <a:spcPts val="0"/>
              </a:spcAft>
              <a:buNone/>
              <a:defRPr sz="1300" b="1">
                <a:solidFill>
                  <a:srgbClr val="FF6633"/>
                </a:solidFill>
                <a:latin typeface="Calibri"/>
                <a:ea typeface="Calibri"/>
                <a:cs typeface="Calibri"/>
                <a:sym typeface="Calibri"/>
              </a:defRPr>
            </a:lvl5pPr>
            <a:lvl6pPr lvl="5" rtl="0">
              <a:spcBef>
                <a:spcPts val="0"/>
              </a:spcBef>
              <a:spcAft>
                <a:spcPts val="0"/>
              </a:spcAft>
              <a:buNone/>
              <a:defRPr sz="1300" b="1">
                <a:solidFill>
                  <a:srgbClr val="FF6633"/>
                </a:solidFill>
                <a:latin typeface="Calibri"/>
                <a:ea typeface="Calibri"/>
                <a:cs typeface="Calibri"/>
                <a:sym typeface="Calibri"/>
              </a:defRPr>
            </a:lvl6pPr>
            <a:lvl7pPr lvl="6" rtl="0">
              <a:spcBef>
                <a:spcPts val="0"/>
              </a:spcBef>
              <a:spcAft>
                <a:spcPts val="0"/>
              </a:spcAft>
              <a:buNone/>
              <a:defRPr sz="1300" b="1">
                <a:solidFill>
                  <a:srgbClr val="FF6633"/>
                </a:solidFill>
                <a:latin typeface="Calibri"/>
                <a:ea typeface="Calibri"/>
                <a:cs typeface="Calibri"/>
                <a:sym typeface="Calibri"/>
              </a:defRPr>
            </a:lvl7pPr>
            <a:lvl8pPr lvl="7" rtl="0">
              <a:spcBef>
                <a:spcPts val="0"/>
              </a:spcBef>
              <a:spcAft>
                <a:spcPts val="0"/>
              </a:spcAft>
              <a:buNone/>
              <a:defRPr sz="1300" b="1">
                <a:solidFill>
                  <a:srgbClr val="FF6633"/>
                </a:solidFill>
                <a:latin typeface="Calibri"/>
                <a:ea typeface="Calibri"/>
                <a:cs typeface="Calibri"/>
                <a:sym typeface="Calibri"/>
              </a:defRPr>
            </a:lvl8pPr>
            <a:lvl9pPr lvl="8" rtl="0">
              <a:spcBef>
                <a:spcPts val="0"/>
              </a:spcBef>
              <a:spcAft>
                <a:spcPts val="0"/>
              </a:spcAft>
              <a:buNone/>
              <a:defRPr sz="1300" b="1">
                <a:solidFill>
                  <a:srgbClr val="FF6633"/>
                </a:solidFill>
                <a:latin typeface="Calibri"/>
                <a:ea typeface="Calibri"/>
                <a:cs typeface="Calibri"/>
                <a:sym typeface="Calibri"/>
              </a:defRPr>
            </a:lvl9pPr>
          </a:lstStyle>
          <a:p>
            <a:r>
              <a:rPr lang="en-US"/>
              <a:t>Click to edit Master title style</a:t>
            </a:r>
            <a:endParaRPr/>
          </a:p>
        </p:txBody>
      </p:sp>
      <p:sp>
        <p:nvSpPr>
          <p:cNvPr id="184" name="Google Shape;184;p15"/>
          <p:cNvSpPr txBox="1">
            <a:spLocks noGrp="1"/>
          </p:cNvSpPr>
          <p:nvPr>
            <p:ph type="subTitle" idx="1"/>
          </p:nvPr>
        </p:nvSpPr>
        <p:spPr>
          <a:xfrm>
            <a:off x="610250" y="2709856"/>
            <a:ext cx="3510300" cy="20373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1000">
                <a:latin typeface="Calibri"/>
                <a:ea typeface="Calibri"/>
                <a:cs typeface="Calibri"/>
                <a:sym typeface="Calibri"/>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subtitle style</a:t>
            </a:r>
            <a:endParaRPr/>
          </a:p>
        </p:txBody>
      </p:sp>
      <p:sp>
        <p:nvSpPr>
          <p:cNvPr id="185" name="Google Shape;185;p15"/>
          <p:cNvSpPr txBox="1">
            <a:spLocks noGrp="1"/>
          </p:cNvSpPr>
          <p:nvPr>
            <p:ph type="subTitle" idx="3"/>
          </p:nvPr>
        </p:nvSpPr>
        <p:spPr>
          <a:xfrm>
            <a:off x="4587650" y="1214250"/>
            <a:ext cx="4410000" cy="9060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1000">
                <a:latin typeface="Calibri"/>
                <a:ea typeface="Calibri"/>
                <a:cs typeface="Calibri"/>
                <a:sym typeface="Calibri"/>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subtitle style</a:t>
            </a:r>
            <a:endParaRPr/>
          </a:p>
        </p:txBody>
      </p:sp>
      <p:pic>
        <p:nvPicPr>
          <p:cNvPr id="186" name="Google Shape;186;p15"/>
          <p:cNvPicPr preferRelativeResize="0"/>
          <p:nvPr/>
        </p:nvPicPr>
        <p:blipFill>
          <a:blip r:embed="rId3">
            <a:alphaModFix/>
          </a:blip>
          <a:stretch>
            <a:fillRect/>
          </a:stretch>
        </p:blipFill>
        <p:spPr>
          <a:xfrm>
            <a:off x="7677846" y="156410"/>
            <a:ext cx="1282075" cy="249950"/>
          </a:xfrm>
          <a:prstGeom prst="rect">
            <a:avLst/>
          </a:prstGeom>
          <a:noFill/>
          <a:ln>
            <a:noFill/>
          </a:ln>
        </p:spPr>
      </p:pic>
      <p:sp>
        <p:nvSpPr>
          <p:cNvPr id="187" name="Google Shape;187;p15"/>
          <p:cNvSpPr txBox="1">
            <a:spLocks noGrp="1"/>
          </p:cNvSpPr>
          <p:nvPr>
            <p:ph type="subTitle" idx="4"/>
          </p:nvPr>
        </p:nvSpPr>
        <p:spPr>
          <a:xfrm>
            <a:off x="616750" y="1710550"/>
            <a:ext cx="3858900" cy="4044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1200">
                <a:latin typeface="Calibri"/>
                <a:ea typeface="Calibri"/>
                <a:cs typeface="Calibri"/>
                <a:sym typeface="Calibri"/>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subtitle style</a:t>
            </a:r>
            <a:endParaRPr/>
          </a:p>
        </p:txBody>
      </p:sp>
      <p:sp>
        <p:nvSpPr>
          <p:cNvPr id="188" name="Google Shape;188;p15"/>
          <p:cNvSpPr txBox="1">
            <a:spLocks noGrp="1"/>
          </p:cNvSpPr>
          <p:nvPr>
            <p:ph type="title" idx="5"/>
          </p:nvPr>
        </p:nvSpPr>
        <p:spPr>
          <a:xfrm>
            <a:off x="4587650" y="2257307"/>
            <a:ext cx="2451900" cy="2619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1400" b="1">
                <a:solidFill>
                  <a:srgbClr val="FF6633"/>
                </a:solidFill>
                <a:latin typeface="Calibri"/>
                <a:ea typeface="Calibri"/>
                <a:cs typeface="Calibri"/>
                <a:sym typeface="Calibri"/>
              </a:defRPr>
            </a:lvl1pPr>
            <a:lvl2pPr lvl="1" rtl="0">
              <a:spcBef>
                <a:spcPts val="0"/>
              </a:spcBef>
              <a:spcAft>
                <a:spcPts val="0"/>
              </a:spcAft>
              <a:buNone/>
              <a:defRPr sz="1400" b="1">
                <a:solidFill>
                  <a:srgbClr val="FF6633"/>
                </a:solidFill>
                <a:latin typeface="Calibri"/>
                <a:ea typeface="Calibri"/>
                <a:cs typeface="Calibri"/>
                <a:sym typeface="Calibri"/>
              </a:defRPr>
            </a:lvl2pPr>
            <a:lvl3pPr lvl="2" rtl="0">
              <a:spcBef>
                <a:spcPts val="0"/>
              </a:spcBef>
              <a:spcAft>
                <a:spcPts val="0"/>
              </a:spcAft>
              <a:buNone/>
              <a:defRPr sz="1400" b="1">
                <a:solidFill>
                  <a:srgbClr val="FF6633"/>
                </a:solidFill>
                <a:latin typeface="Calibri"/>
                <a:ea typeface="Calibri"/>
                <a:cs typeface="Calibri"/>
                <a:sym typeface="Calibri"/>
              </a:defRPr>
            </a:lvl3pPr>
            <a:lvl4pPr lvl="3" rtl="0">
              <a:spcBef>
                <a:spcPts val="0"/>
              </a:spcBef>
              <a:spcAft>
                <a:spcPts val="0"/>
              </a:spcAft>
              <a:buNone/>
              <a:defRPr sz="1400" b="1">
                <a:solidFill>
                  <a:srgbClr val="FF6633"/>
                </a:solidFill>
                <a:latin typeface="Calibri"/>
                <a:ea typeface="Calibri"/>
                <a:cs typeface="Calibri"/>
                <a:sym typeface="Calibri"/>
              </a:defRPr>
            </a:lvl4pPr>
            <a:lvl5pPr lvl="4" rtl="0">
              <a:spcBef>
                <a:spcPts val="0"/>
              </a:spcBef>
              <a:spcAft>
                <a:spcPts val="0"/>
              </a:spcAft>
              <a:buNone/>
              <a:defRPr sz="1400" b="1">
                <a:solidFill>
                  <a:srgbClr val="FF6633"/>
                </a:solidFill>
                <a:latin typeface="Calibri"/>
                <a:ea typeface="Calibri"/>
                <a:cs typeface="Calibri"/>
                <a:sym typeface="Calibri"/>
              </a:defRPr>
            </a:lvl5pPr>
            <a:lvl6pPr lvl="5" rtl="0">
              <a:spcBef>
                <a:spcPts val="0"/>
              </a:spcBef>
              <a:spcAft>
                <a:spcPts val="0"/>
              </a:spcAft>
              <a:buNone/>
              <a:defRPr sz="1400" b="1">
                <a:solidFill>
                  <a:srgbClr val="FF6633"/>
                </a:solidFill>
                <a:latin typeface="Calibri"/>
                <a:ea typeface="Calibri"/>
                <a:cs typeface="Calibri"/>
                <a:sym typeface="Calibri"/>
              </a:defRPr>
            </a:lvl6pPr>
            <a:lvl7pPr lvl="6" rtl="0">
              <a:spcBef>
                <a:spcPts val="0"/>
              </a:spcBef>
              <a:spcAft>
                <a:spcPts val="0"/>
              </a:spcAft>
              <a:buNone/>
              <a:defRPr sz="1400" b="1">
                <a:solidFill>
                  <a:srgbClr val="FF6633"/>
                </a:solidFill>
                <a:latin typeface="Calibri"/>
                <a:ea typeface="Calibri"/>
                <a:cs typeface="Calibri"/>
                <a:sym typeface="Calibri"/>
              </a:defRPr>
            </a:lvl7pPr>
            <a:lvl8pPr lvl="7" rtl="0">
              <a:spcBef>
                <a:spcPts val="0"/>
              </a:spcBef>
              <a:spcAft>
                <a:spcPts val="0"/>
              </a:spcAft>
              <a:buNone/>
              <a:defRPr sz="1400" b="1">
                <a:solidFill>
                  <a:srgbClr val="FF6633"/>
                </a:solidFill>
                <a:latin typeface="Calibri"/>
                <a:ea typeface="Calibri"/>
                <a:cs typeface="Calibri"/>
                <a:sym typeface="Calibri"/>
              </a:defRPr>
            </a:lvl8pPr>
            <a:lvl9pPr lvl="8" rtl="0">
              <a:spcBef>
                <a:spcPts val="0"/>
              </a:spcBef>
              <a:spcAft>
                <a:spcPts val="0"/>
              </a:spcAft>
              <a:buNone/>
              <a:defRPr sz="1400" b="1">
                <a:solidFill>
                  <a:srgbClr val="FF6633"/>
                </a:solidFill>
                <a:latin typeface="Calibri"/>
                <a:ea typeface="Calibri"/>
                <a:cs typeface="Calibri"/>
                <a:sym typeface="Calibri"/>
              </a:defRPr>
            </a:lvl9pPr>
          </a:lstStyle>
          <a:p>
            <a:r>
              <a:rPr lang="en-US"/>
              <a:t>Click to edit Master title style</a:t>
            </a:r>
            <a:endParaRPr/>
          </a:p>
        </p:txBody>
      </p:sp>
      <p:sp>
        <p:nvSpPr>
          <p:cNvPr id="189" name="Google Shape;189;p15"/>
          <p:cNvSpPr txBox="1">
            <a:spLocks noGrp="1"/>
          </p:cNvSpPr>
          <p:nvPr>
            <p:ph type="subTitle" idx="6"/>
          </p:nvPr>
        </p:nvSpPr>
        <p:spPr>
          <a:xfrm>
            <a:off x="4587650" y="2546925"/>
            <a:ext cx="4410000" cy="9060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1000">
                <a:latin typeface="Calibri"/>
                <a:ea typeface="Calibri"/>
                <a:cs typeface="Calibri"/>
                <a:sym typeface="Calibri"/>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subtitle style</a:t>
            </a:r>
            <a:endParaRPr/>
          </a:p>
        </p:txBody>
      </p:sp>
      <p:sp>
        <p:nvSpPr>
          <p:cNvPr id="190" name="Google Shape;190;p15"/>
          <p:cNvSpPr txBox="1">
            <a:spLocks noGrp="1"/>
          </p:cNvSpPr>
          <p:nvPr>
            <p:ph type="title" idx="7"/>
          </p:nvPr>
        </p:nvSpPr>
        <p:spPr>
          <a:xfrm>
            <a:off x="4587650" y="3589982"/>
            <a:ext cx="2451900" cy="2619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1400" b="1">
                <a:solidFill>
                  <a:srgbClr val="FF6633"/>
                </a:solidFill>
                <a:latin typeface="Calibri"/>
                <a:ea typeface="Calibri"/>
                <a:cs typeface="Calibri"/>
                <a:sym typeface="Calibri"/>
              </a:defRPr>
            </a:lvl1pPr>
            <a:lvl2pPr lvl="1" rtl="0">
              <a:spcBef>
                <a:spcPts val="0"/>
              </a:spcBef>
              <a:spcAft>
                <a:spcPts val="0"/>
              </a:spcAft>
              <a:buNone/>
              <a:defRPr sz="1400" b="1">
                <a:solidFill>
                  <a:srgbClr val="FF6633"/>
                </a:solidFill>
                <a:latin typeface="Calibri"/>
                <a:ea typeface="Calibri"/>
                <a:cs typeface="Calibri"/>
                <a:sym typeface="Calibri"/>
              </a:defRPr>
            </a:lvl2pPr>
            <a:lvl3pPr lvl="2" rtl="0">
              <a:spcBef>
                <a:spcPts val="0"/>
              </a:spcBef>
              <a:spcAft>
                <a:spcPts val="0"/>
              </a:spcAft>
              <a:buNone/>
              <a:defRPr sz="1400" b="1">
                <a:solidFill>
                  <a:srgbClr val="FF6633"/>
                </a:solidFill>
                <a:latin typeface="Calibri"/>
                <a:ea typeface="Calibri"/>
                <a:cs typeface="Calibri"/>
                <a:sym typeface="Calibri"/>
              </a:defRPr>
            </a:lvl3pPr>
            <a:lvl4pPr lvl="3" rtl="0">
              <a:spcBef>
                <a:spcPts val="0"/>
              </a:spcBef>
              <a:spcAft>
                <a:spcPts val="0"/>
              </a:spcAft>
              <a:buNone/>
              <a:defRPr sz="1400" b="1">
                <a:solidFill>
                  <a:srgbClr val="FF6633"/>
                </a:solidFill>
                <a:latin typeface="Calibri"/>
                <a:ea typeface="Calibri"/>
                <a:cs typeface="Calibri"/>
                <a:sym typeface="Calibri"/>
              </a:defRPr>
            </a:lvl4pPr>
            <a:lvl5pPr lvl="4" rtl="0">
              <a:spcBef>
                <a:spcPts val="0"/>
              </a:spcBef>
              <a:spcAft>
                <a:spcPts val="0"/>
              </a:spcAft>
              <a:buNone/>
              <a:defRPr sz="1400" b="1">
                <a:solidFill>
                  <a:srgbClr val="FF6633"/>
                </a:solidFill>
                <a:latin typeface="Calibri"/>
                <a:ea typeface="Calibri"/>
                <a:cs typeface="Calibri"/>
                <a:sym typeface="Calibri"/>
              </a:defRPr>
            </a:lvl5pPr>
            <a:lvl6pPr lvl="5" rtl="0">
              <a:spcBef>
                <a:spcPts val="0"/>
              </a:spcBef>
              <a:spcAft>
                <a:spcPts val="0"/>
              </a:spcAft>
              <a:buNone/>
              <a:defRPr sz="1400" b="1">
                <a:solidFill>
                  <a:srgbClr val="FF6633"/>
                </a:solidFill>
                <a:latin typeface="Calibri"/>
                <a:ea typeface="Calibri"/>
                <a:cs typeface="Calibri"/>
                <a:sym typeface="Calibri"/>
              </a:defRPr>
            </a:lvl6pPr>
            <a:lvl7pPr lvl="6" rtl="0">
              <a:spcBef>
                <a:spcPts val="0"/>
              </a:spcBef>
              <a:spcAft>
                <a:spcPts val="0"/>
              </a:spcAft>
              <a:buNone/>
              <a:defRPr sz="1400" b="1">
                <a:solidFill>
                  <a:srgbClr val="FF6633"/>
                </a:solidFill>
                <a:latin typeface="Calibri"/>
                <a:ea typeface="Calibri"/>
                <a:cs typeface="Calibri"/>
                <a:sym typeface="Calibri"/>
              </a:defRPr>
            </a:lvl7pPr>
            <a:lvl8pPr lvl="7" rtl="0">
              <a:spcBef>
                <a:spcPts val="0"/>
              </a:spcBef>
              <a:spcAft>
                <a:spcPts val="0"/>
              </a:spcAft>
              <a:buNone/>
              <a:defRPr sz="1400" b="1">
                <a:solidFill>
                  <a:srgbClr val="FF6633"/>
                </a:solidFill>
                <a:latin typeface="Calibri"/>
                <a:ea typeface="Calibri"/>
                <a:cs typeface="Calibri"/>
                <a:sym typeface="Calibri"/>
              </a:defRPr>
            </a:lvl8pPr>
            <a:lvl9pPr lvl="8" rtl="0">
              <a:spcBef>
                <a:spcPts val="0"/>
              </a:spcBef>
              <a:spcAft>
                <a:spcPts val="0"/>
              </a:spcAft>
              <a:buNone/>
              <a:defRPr sz="1400" b="1">
                <a:solidFill>
                  <a:srgbClr val="FF6633"/>
                </a:solidFill>
                <a:latin typeface="Calibri"/>
                <a:ea typeface="Calibri"/>
                <a:cs typeface="Calibri"/>
                <a:sym typeface="Calibri"/>
              </a:defRPr>
            </a:lvl9pPr>
          </a:lstStyle>
          <a:p>
            <a:r>
              <a:rPr lang="en-US"/>
              <a:t>Click to edit Master title style</a:t>
            </a:r>
            <a:endParaRPr/>
          </a:p>
        </p:txBody>
      </p:sp>
      <p:sp>
        <p:nvSpPr>
          <p:cNvPr id="191" name="Google Shape;191;p15"/>
          <p:cNvSpPr txBox="1">
            <a:spLocks noGrp="1"/>
          </p:cNvSpPr>
          <p:nvPr>
            <p:ph type="subTitle" idx="8"/>
          </p:nvPr>
        </p:nvSpPr>
        <p:spPr>
          <a:xfrm>
            <a:off x="4587650" y="3879600"/>
            <a:ext cx="4410000" cy="9060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1000">
                <a:latin typeface="Calibri"/>
                <a:ea typeface="Calibri"/>
                <a:cs typeface="Calibri"/>
                <a:sym typeface="Calibri"/>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subtitle style</a:t>
            </a:r>
            <a:endParaRPr/>
          </a:p>
        </p:txBody>
      </p:sp>
      <p:pic>
        <p:nvPicPr>
          <p:cNvPr id="192" name="Google Shape;192;p15"/>
          <p:cNvPicPr preferRelativeResize="0"/>
          <p:nvPr/>
        </p:nvPicPr>
        <p:blipFill>
          <a:blip r:embed="rId4">
            <a:alphaModFix/>
          </a:blip>
          <a:stretch>
            <a:fillRect/>
          </a:stretch>
        </p:blipFill>
        <p:spPr>
          <a:xfrm>
            <a:off x="8684413" y="4884525"/>
            <a:ext cx="459581" cy="261938"/>
          </a:xfrm>
          <a:prstGeom prst="rect">
            <a:avLst/>
          </a:prstGeom>
          <a:noFill/>
          <a:ln>
            <a:noFill/>
          </a:ln>
        </p:spPr>
      </p:pic>
      <p:sp>
        <p:nvSpPr>
          <p:cNvPr id="193" name="Google Shape;193;p15"/>
          <p:cNvSpPr txBox="1">
            <a:spLocks noGrp="1"/>
          </p:cNvSpPr>
          <p:nvPr>
            <p:ph type="sldNum" idx="12"/>
          </p:nvPr>
        </p:nvSpPr>
        <p:spPr>
          <a:xfrm>
            <a:off x="8801400" y="4941080"/>
            <a:ext cx="342600" cy="172200"/>
          </a:xfrm>
          <a:prstGeom prst="rect">
            <a:avLst/>
          </a:prstGeom>
          <a:noFill/>
          <a:ln>
            <a:noFill/>
          </a:ln>
        </p:spPr>
        <p:txBody>
          <a:bodyPr spcFirstLastPara="1" wrap="square" lIns="0" tIns="0" rIns="0" bIns="0" anchor="b" anchorCtr="0">
            <a:noAutofit/>
          </a:bodyPr>
          <a:lstStyle>
            <a:lvl1pPr lvl="0" algn="ctr" rtl="0">
              <a:buNone/>
              <a:defRPr>
                <a:solidFill>
                  <a:srgbClr val="FFFFFF"/>
                </a:solidFill>
                <a:latin typeface="Calibri"/>
                <a:ea typeface="Calibri"/>
                <a:cs typeface="Calibri"/>
                <a:sym typeface="Calibri"/>
              </a:defRPr>
            </a:lvl1pPr>
            <a:lvl2pPr lvl="1" algn="ctr" rtl="0">
              <a:buNone/>
              <a:defRPr>
                <a:solidFill>
                  <a:srgbClr val="FFFFFF"/>
                </a:solidFill>
                <a:latin typeface="Calibri"/>
                <a:ea typeface="Calibri"/>
                <a:cs typeface="Calibri"/>
                <a:sym typeface="Calibri"/>
              </a:defRPr>
            </a:lvl2pPr>
            <a:lvl3pPr lvl="2" algn="ctr" rtl="0">
              <a:buNone/>
              <a:defRPr>
                <a:solidFill>
                  <a:srgbClr val="FFFFFF"/>
                </a:solidFill>
                <a:latin typeface="Calibri"/>
                <a:ea typeface="Calibri"/>
                <a:cs typeface="Calibri"/>
                <a:sym typeface="Calibri"/>
              </a:defRPr>
            </a:lvl3pPr>
            <a:lvl4pPr lvl="3" algn="ctr" rtl="0">
              <a:buNone/>
              <a:defRPr>
                <a:solidFill>
                  <a:srgbClr val="FFFFFF"/>
                </a:solidFill>
                <a:latin typeface="Calibri"/>
                <a:ea typeface="Calibri"/>
                <a:cs typeface="Calibri"/>
                <a:sym typeface="Calibri"/>
              </a:defRPr>
            </a:lvl4pPr>
            <a:lvl5pPr lvl="4" algn="ctr" rtl="0">
              <a:buNone/>
              <a:defRPr>
                <a:solidFill>
                  <a:srgbClr val="FFFFFF"/>
                </a:solidFill>
                <a:latin typeface="Calibri"/>
                <a:ea typeface="Calibri"/>
                <a:cs typeface="Calibri"/>
                <a:sym typeface="Calibri"/>
              </a:defRPr>
            </a:lvl5pPr>
            <a:lvl6pPr lvl="5" algn="ctr" rtl="0">
              <a:buNone/>
              <a:defRPr>
                <a:solidFill>
                  <a:srgbClr val="FFFFFF"/>
                </a:solidFill>
                <a:latin typeface="Calibri"/>
                <a:ea typeface="Calibri"/>
                <a:cs typeface="Calibri"/>
                <a:sym typeface="Calibri"/>
              </a:defRPr>
            </a:lvl6pPr>
            <a:lvl7pPr lvl="6" algn="ctr" rtl="0">
              <a:buNone/>
              <a:defRPr>
                <a:solidFill>
                  <a:srgbClr val="FFFFFF"/>
                </a:solidFill>
                <a:latin typeface="Calibri"/>
                <a:ea typeface="Calibri"/>
                <a:cs typeface="Calibri"/>
                <a:sym typeface="Calibri"/>
              </a:defRPr>
            </a:lvl7pPr>
            <a:lvl8pPr lvl="7" algn="ctr" rtl="0">
              <a:buNone/>
              <a:defRPr>
                <a:solidFill>
                  <a:srgbClr val="FFFFFF"/>
                </a:solidFill>
                <a:latin typeface="Calibri"/>
                <a:ea typeface="Calibri"/>
                <a:cs typeface="Calibri"/>
                <a:sym typeface="Calibri"/>
              </a:defRPr>
            </a:lvl8pPr>
            <a:lvl9pPr lvl="8" algn="ctr" rtl="0">
              <a:buNone/>
              <a:defRPr>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
              <a:t>‹#›</a:t>
            </a:fld>
            <a:endParaRPr/>
          </a:p>
        </p:txBody>
      </p:sp>
      <p:sp>
        <p:nvSpPr>
          <p:cNvPr id="194" name="Google Shape;194;p15"/>
          <p:cNvSpPr txBox="1">
            <a:spLocks noGrp="1"/>
          </p:cNvSpPr>
          <p:nvPr>
            <p:ph type="title" idx="9"/>
          </p:nvPr>
        </p:nvSpPr>
        <p:spPr>
          <a:xfrm>
            <a:off x="613713" y="338800"/>
            <a:ext cx="5391000" cy="5325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3800" b="1">
                <a:solidFill>
                  <a:srgbClr val="434343"/>
                </a:solidFill>
                <a:latin typeface="Bebas Neue"/>
                <a:ea typeface="Bebas Neue"/>
                <a:cs typeface="Bebas Neue"/>
                <a:sym typeface="Bebas Neu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title style</a:t>
            </a:r>
            <a:endParaRPr/>
          </a:p>
        </p:txBody>
      </p:sp>
      <p:sp>
        <p:nvSpPr>
          <p:cNvPr id="195" name="Google Shape;195;p15"/>
          <p:cNvSpPr txBox="1">
            <a:spLocks noGrp="1"/>
          </p:cNvSpPr>
          <p:nvPr>
            <p:ph type="subTitle" idx="13"/>
          </p:nvPr>
        </p:nvSpPr>
        <p:spPr>
          <a:xfrm>
            <a:off x="613713" y="883850"/>
            <a:ext cx="4447500" cy="3786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2100" b="1">
                <a:solidFill>
                  <a:srgbClr val="FF6633"/>
                </a:solidFill>
                <a:latin typeface="Bebas Neue"/>
                <a:ea typeface="Bebas Neue"/>
                <a:cs typeface="Bebas Neue"/>
                <a:sym typeface="Bebas Neu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subtitle style</a:t>
            </a:r>
            <a:endParaRPr/>
          </a:p>
        </p:txBody>
      </p:sp>
      <p:sp>
        <p:nvSpPr>
          <p:cNvPr id="196" name="Google Shape;196;p15"/>
          <p:cNvSpPr/>
          <p:nvPr/>
        </p:nvSpPr>
        <p:spPr>
          <a:xfrm rot="5400000">
            <a:off x="-2521200" y="2521200"/>
            <a:ext cx="5159100" cy="116700"/>
          </a:xfrm>
          <a:prstGeom prst="rect">
            <a:avLst/>
          </a:prstGeom>
          <a:gradFill>
            <a:gsLst>
              <a:gs pos="0">
                <a:srgbClr val="FF6633"/>
              </a:gs>
              <a:gs pos="100000">
                <a:srgbClr val="EE4442"/>
              </a:gs>
            </a:gsLst>
            <a:lin ang="0" scaled="0"/>
          </a:gra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7" name="Google Shape;197;p15"/>
          <p:cNvSpPr txBox="1"/>
          <p:nvPr/>
        </p:nvSpPr>
        <p:spPr>
          <a:xfrm>
            <a:off x="3767400" y="4948876"/>
            <a:ext cx="1609200" cy="17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i="1">
                <a:solidFill>
                  <a:srgbClr val="999999"/>
                </a:solidFill>
              </a:rPr>
              <a:t>MetaPhase Proprietary</a:t>
            </a:r>
            <a:endParaRPr sz="800" i="1">
              <a:solidFill>
                <a:srgbClr val="999999"/>
              </a:solidFill>
            </a:endParaRPr>
          </a:p>
        </p:txBody>
      </p:sp>
    </p:spTree>
  </p:cSld>
  <p:clrMapOvr>
    <a:masterClrMapping/>
  </p:clrMapOvr>
  <p:extLst>
    <p:ext uri="{DCECCB84-F9BA-43D5-87BE-67443E8EF086}">
      <p15:sldGuideLst xmlns:p15="http://schemas.microsoft.com/office/powerpoint/2012/main">
        <p15:guide id="1" orient="horz" pos="1620">
          <p15:clr>
            <a:srgbClr val="FA7B17"/>
          </p15:clr>
        </p15:guide>
        <p15:guide id="2" orient="horz" pos="288">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ustom Layout 1">
  <p:cSld name="CUSTOM_5">
    <p:spTree>
      <p:nvGrpSpPr>
        <p:cNvPr id="1" name="Shape 223"/>
        <p:cNvGrpSpPr/>
        <p:nvPr/>
      </p:nvGrpSpPr>
      <p:grpSpPr>
        <a:xfrm>
          <a:off x="0" y="0"/>
          <a:ext cx="0" cy="0"/>
          <a:chOff x="0" y="0"/>
          <a:chExt cx="0" cy="0"/>
        </a:xfrm>
      </p:grpSpPr>
      <p:sp>
        <p:nvSpPr>
          <p:cNvPr id="224" name="Google Shape;224;p19"/>
          <p:cNvSpPr txBox="1"/>
          <p:nvPr/>
        </p:nvSpPr>
        <p:spPr>
          <a:xfrm>
            <a:off x="2697763" y="2677925"/>
            <a:ext cx="1249200" cy="2619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 sz="1300" b="1">
                <a:solidFill>
                  <a:srgbClr val="FF6633"/>
                </a:solidFill>
                <a:latin typeface="Calibri"/>
                <a:ea typeface="Calibri"/>
                <a:cs typeface="Calibri"/>
                <a:sym typeface="Calibri"/>
              </a:rPr>
              <a:t>Staging</a:t>
            </a:r>
            <a:br>
              <a:rPr lang="en" sz="1300" b="1">
                <a:solidFill>
                  <a:srgbClr val="FF6633"/>
                </a:solidFill>
                <a:latin typeface="Calibri"/>
                <a:ea typeface="Calibri"/>
                <a:cs typeface="Calibri"/>
                <a:sym typeface="Calibri"/>
              </a:rPr>
            </a:br>
            <a:r>
              <a:rPr lang="en" sz="1300" b="1">
                <a:solidFill>
                  <a:srgbClr val="FF6633"/>
                </a:solidFill>
                <a:latin typeface="Calibri"/>
                <a:ea typeface="Calibri"/>
                <a:cs typeface="Calibri"/>
                <a:sym typeface="Calibri"/>
              </a:rPr>
              <a:t>[ </a:t>
            </a:r>
            <a:r>
              <a:rPr lang="en" sz="1000" b="1">
                <a:solidFill>
                  <a:srgbClr val="666666"/>
                </a:solidFill>
                <a:latin typeface="Courier New"/>
                <a:ea typeface="Courier New"/>
                <a:cs typeface="Courier New"/>
                <a:sym typeface="Courier New"/>
              </a:rPr>
              <a:t>stable</a:t>
            </a:r>
            <a:r>
              <a:rPr lang="en" sz="1300" b="1">
                <a:solidFill>
                  <a:srgbClr val="FF6633"/>
                </a:solidFill>
                <a:latin typeface="Calibri"/>
                <a:ea typeface="Calibri"/>
                <a:cs typeface="Calibri"/>
                <a:sym typeface="Calibri"/>
              </a:rPr>
              <a:t> ]</a:t>
            </a:r>
            <a:endParaRPr sz="1300" b="1">
              <a:solidFill>
                <a:srgbClr val="FF6633"/>
              </a:solidFill>
              <a:latin typeface="Calibri"/>
              <a:ea typeface="Calibri"/>
              <a:cs typeface="Calibri"/>
              <a:sym typeface="Calibri"/>
            </a:endParaRPr>
          </a:p>
        </p:txBody>
      </p:sp>
      <p:sp>
        <p:nvSpPr>
          <p:cNvPr id="225" name="Google Shape;225;p19"/>
          <p:cNvSpPr txBox="1"/>
          <p:nvPr/>
        </p:nvSpPr>
        <p:spPr>
          <a:xfrm>
            <a:off x="613713" y="338800"/>
            <a:ext cx="5391000" cy="532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3800" b="1">
                <a:solidFill>
                  <a:srgbClr val="434343"/>
                </a:solidFill>
                <a:latin typeface="Bebas Neue"/>
                <a:ea typeface="Bebas Neue"/>
                <a:cs typeface="Bebas Neue"/>
                <a:sym typeface="Bebas Neue"/>
              </a:rPr>
              <a:t>TRANSITION approach</a:t>
            </a:r>
            <a:endParaRPr sz="3800" b="1">
              <a:solidFill>
                <a:srgbClr val="434343"/>
              </a:solidFill>
              <a:latin typeface="Bebas Neue"/>
              <a:ea typeface="Bebas Neue"/>
              <a:cs typeface="Bebas Neue"/>
              <a:sym typeface="Bebas Neue"/>
            </a:endParaRPr>
          </a:p>
        </p:txBody>
      </p:sp>
      <p:sp>
        <p:nvSpPr>
          <p:cNvPr id="226" name="Google Shape;226;p19"/>
          <p:cNvSpPr txBox="1"/>
          <p:nvPr/>
        </p:nvSpPr>
        <p:spPr>
          <a:xfrm>
            <a:off x="613713" y="2677925"/>
            <a:ext cx="1249200" cy="2619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 sz="1300" b="1">
                <a:solidFill>
                  <a:srgbClr val="FF6633"/>
                </a:solidFill>
                <a:latin typeface="Calibri"/>
                <a:ea typeface="Calibri"/>
                <a:cs typeface="Calibri"/>
                <a:sym typeface="Calibri"/>
              </a:rPr>
              <a:t>Integration</a:t>
            </a:r>
            <a:br>
              <a:rPr lang="en" sz="1300" b="1">
                <a:solidFill>
                  <a:srgbClr val="FF6633"/>
                </a:solidFill>
                <a:latin typeface="Calibri"/>
                <a:ea typeface="Calibri"/>
                <a:cs typeface="Calibri"/>
                <a:sym typeface="Calibri"/>
              </a:rPr>
            </a:br>
            <a:r>
              <a:rPr lang="en" sz="1300" b="1">
                <a:solidFill>
                  <a:srgbClr val="FF6633"/>
                </a:solidFill>
                <a:latin typeface="Calibri"/>
                <a:ea typeface="Calibri"/>
                <a:cs typeface="Calibri"/>
                <a:sym typeface="Calibri"/>
              </a:rPr>
              <a:t>[ </a:t>
            </a:r>
            <a:r>
              <a:rPr lang="en" sz="1000" b="1">
                <a:solidFill>
                  <a:srgbClr val="666666"/>
                </a:solidFill>
                <a:latin typeface="Courier New"/>
                <a:ea typeface="Courier New"/>
                <a:cs typeface="Courier New"/>
                <a:sym typeface="Courier New"/>
              </a:rPr>
              <a:t>master</a:t>
            </a:r>
            <a:r>
              <a:rPr lang="en" sz="1300" b="1">
                <a:solidFill>
                  <a:srgbClr val="FF6633"/>
                </a:solidFill>
                <a:latin typeface="Calibri"/>
                <a:ea typeface="Calibri"/>
                <a:cs typeface="Calibri"/>
                <a:sym typeface="Calibri"/>
              </a:rPr>
              <a:t> ]</a:t>
            </a:r>
            <a:endParaRPr sz="1300" b="1">
              <a:solidFill>
                <a:srgbClr val="FF6633"/>
              </a:solidFill>
              <a:latin typeface="Calibri"/>
              <a:ea typeface="Calibri"/>
              <a:cs typeface="Calibri"/>
              <a:sym typeface="Calibri"/>
            </a:endParaRPr>
          </a:p>
        </p:txBody>
      </p:sp>
      <p:sp>
        <p:nvSpPr>
          <p:cNvPr id="227" name="Google Shape;227;p19"/>
          <p:cNvSpPr txBox="1"/>
          <p:nvPr/>
        </p:nvSpPr>
        <p:spPr>
          <a:xfrm>
            <a:off x="613713" y="883850"/>
            <a:ext cx="4447500" cy="3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100" b="1">
              <a:solidFill>
                <a:srgbClr val="FF6633"/>
              </a:solidFill>
              <a:latin typeface="Bebas Neue"/>
              <a:ea typeface="Bebas Neue"/>
              <a:cs typeface="Bebas Neue"/>
              <a:sym typeface="Bebas Neue"/>
            </a:endParaRPr>
          </a:p>
        </p:txBody>
      </p:sp>
      <p:sp>
        <p:nvSpPr>
          <p:cNvPr id="228" name="Google Shape;228;p19"/>
          <p:cNvSpPr txBox="1"/>
          <p:nvPr/>
        </p:nvSpPr>
        <p:spPr>
          <a:xfrm>
            <a:off x="4157775" y="413175"/>
            <a:ext cx="4643700" cy="71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200">
                <a:latin typeface="Calibri"/>
                <a:ea typeface="Calibri"/>
                <a:cs typeface="Calibri"/>
                <a:sym typeface="Calibri"/>
              </a:rPr>
              <a:t>Through our Agile approach, we complete testing within sprints.</a:t>
            </a:r>
            <a:endParaRPr sz="1200">
              <a:latin typeface="Calibri"/>
              <a:ea typeface="Calibri"/>
              <a:cs typeface="Calibri"/>
              <a:sym typeface="Calibri"/>
            </a:endParaRPr>
          </a:p>
          <a:p>
            <a:pPr marL="0" lvl="0" indent="0" algn="l" rtl="0">
              <a:spcBef>
                <a:spcPts val="0"/>
              </a:spcBef>
              <a:spcAft>
                <a:spcPts val="0"/>
              </a:spcAft>
              <a:buNone/>
            </a:pPr>
            <a:r>
              <a:rPr lang="en" sz="1200">
                <a:latin typeface="Calibri"/>
                <a:ea typeface="Calibri"/>
                <a:cs typeface="Calibri"/>
                <a:sym typeface="Calibri"/>
              </a:rPr>
              <a:t>Using Git workflow that includes 3 mainline branches, as well branching for features and fixes, we will transition from development environment to pre-production for UAT, then deployment to production and sustainment.</a:t>
            </a:r>
            <a:endParaRPr sz="1200">
              <a:latin typeface="Calibri"/>
              <a:ea typeface="Calibri"/>
              <a:cs typeface="Calibri"/>
              <a:sym typeface="Calibri"/>
            </a:endParaRPr>
          </a:p>
          <a:p>
            <a:pPr marL="0" lvl="0" indent="0" algn="l" rtl="0">
              <a:spcBef>
                <a:spcPts val="0"/>
              </a:spcBef>
              <a:spcAft>
                <a:spcPts val="0"/>
              </a:spcAft>
              <a:buNone/>
            </a:pPr>
            <a:endParaRPr sz="1200">
              <a:latin typeface="Calibri"/>
              <a:ea typeface="Calibri"/>
              <a:cs typeface="Calibri"/>
              <a:sym typeface="Calibri"/>
            </a:endParaRPr>
          </a:p>
        </p:txBody>
      </p:sp>
      <p:sp>
        <p:nvSpPr>
          <p:cNvPr id="229" name="Google Shape;229;p19"/>
          <p:cNvSpPr txBox="1"/>
          <p:nvPr/>
        </p:nvSpPr>
        <p:spPr>
          <a:xfrm>
            <a:off x="4781813" y="2677925"/>
            <a:ext cx="1249200" cy="2619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 sz="1300" b="1">
                <a:solidFill>
                  <a:srgbClr val="FF6633"/>
                </a:solidFill>
                <a:latin typeface="Calibri"/>
                <a:ea typeface="Calibri"/>
                <a:cs typeface="Calibri"/>
                <a:sym typeface="Calibri"/>
              </a:rPr>
              <a:t>Production</a:t>
            </a:r>
            <a:br>
              <a:rPr lang="en" sz="1300" b="1">
                <a:solidFill>
                  <a:srgbClr val="FF6633"/>
                </a:solidFill>
                <a:latin typeface="Calibri"/>
                <a:ea typeface="Calibri"/>
                <a:cs typeface="Calibri"/>
                <a:sym typeface="Calibri"/>
              </a:rPr>
            </a:br>
            <a:r>
              <a:rPr lang="en" sz="1300" b="1">
                <a:solidFill>
                  <a:srgbClr val="FF6633"/>
                </a:solidFill>
                <a:latin typeface="Calibri"/>
                <a:ea typeface="Calibri"/>
                <a:cs typeface="Calibri"/>
                <a:sym typeface="Calibri"/>
              </a:rPr>
              <a:t>[ </a:t>
            </a:r>
            <a:r>
              <a:rPr lang="en" sz="1000" b="1">
                <a:solidFill>
                  <a:srgbClr val="666666"/>
                </a:solidFill>
                <a:latin typeface="Courier New"/>
                <a:ea typeface="Courier New"/>
                <a:cs typeface="Courier New"/>
                <a:sym typeface="Courier New"/>
              </a:rPr>
              <a:t>live</a:t>
            </a:r>
            <a:r>
              <a:rPr lang="en" sz="1300" b="1">
                <a:solidFill>
                  <a:srgbClr val="FF6633"/>
                </a:solidFill>
                <a:latin typeface="Calibri"/>
                <a:ea typeface="Calibri"/>
                <a:cs typeface="Calibri"/>
                <a:sym typeface="Calibri"/>
              </a:rPr>
              <a:t> ] </a:t>
            </a:r>
            <a:endParaRPr sz="1300" b="1">
              <a:solidFill>
                <a:srgbClr val="FF6633"/>
              </a:solidFill>
              <a:latin typeface="Calibri"/>
              <a:ea typeface="Calibri"/>
              <a:cs typeface="Calibri"/>
              <a:sym typeface="Calibri"/>
            </a:endParaRPr>
          </a:p>
        </p:txBody>
      </p:sp>
      <p:sp>
        <p:nvSpPr>
          <p:cNvPr id="230" name="Google Shape;230;p19"/>
          <p:cNvSpPr txBox="1"/>
          <p:nvPr/>
        </p:nvSpPr>
        <p:spPr>
          <a:xfrm>
            <a:off x="6865863" y="2677925"/>
            <a:ext cx="1646400" cy="2619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 sz="1300" b="1">
                <a:solidFill>
                  <a:srgbClr val="FF6633"/>
                </a:solidFill>
                <a:latin typeface="Calibri"/>
                <a:ea typeface="Calibri"/>
                <a:cs typeface="Calibri"/>
                <a:sym typeface="Calibri"/>
              </a:rPr>
              <a:t>Short-term Branches</a:t>
            </a:r>
            <a:br>
              <a:rPr lang="en" sz="1300" b="1">
                <a:solidFill>
                  <a:srgbClr val="FF6633"/>
                </a:solidFill>
                <a:latin typeface="Calibri"/>
                <a:ea typeface="Calibri"/>
                <a:cs typeface="Calibri"/>
                <a:sym typeface="Calibri"/>
              </a:rPr>
            </a:br>
            <a:r>
              <a:rPr lang="en" sz="1300" b="1">
                <a:solidFill>
                  <a:srgbClr val="FF6633"/>
                </a:solidFill>
                <a:latin typeface="Calibri"/>
                <a:ea typeface="Calibri"/>
                <a:cs typeface="Calibri"/>
                <a:sym typeface="Calibri"/>
              </a:rPr>
              <a:t>[ </a:t>
            </a:r>
            <a:r>
              <a:rPr lang="en" sz="1000" b="1">
                <a:solidFill>
                  <a:srgbClr val="666666"/>
                </a:solidFill>
                <a:latin typeface="Courier New"/>
                <a:ea typeface="Courier New"/>
                <a:cs typeface="Courier New"/>
                <a:sym typeface="Courier New"/>
              </a:rPr>
              <a:t>feature, hotfix</a:t>
            </a:r>
            <a:r>
              <a:rPr lang="en" sz="1300" b="1">
                <a:solidFill>
                  <a:srgbClr val="FF6633"/>
                </a:solidFill>
                <a:latin typeface="Calibri"/>
                <a:ea typeface="Calibri"/>
                <a:cs typeface="Calibri"/>
                <a:sym typeface="Calibri"/>
              </a:rPr>
              <a:t> ] </a:t>
            </a:r>
            <a:endParaRPr sz="1000">
              <a:solidFill>
                <a:srgbClr val="666666"/>
              </a:solidFill>
              <a:latin typeface="Calibri"/>
              <a:ea typeface="Calibri"/>
              <a:cs typeface="Calibri"/>
              <a:sym typeface="Calibri"/>
            </a:endParaRPr>
          </a:p>
        </p:txBody>
      </p:sp>
      <p:sp>
        <p:nvSpPr>
          <p:cNvPr id="231" name="Google Shape;231;p19"/>
          <p:cNvSpPr txBox="1"/>
          <p:nvPr/>
        </p:nvSpPr>
        <p:spPr>
          <a:xfrm>
            <a:off x="613713" y="3043750"/>
            <a:ext cx="1801800" cy="108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a:solidFill>
                  <a:srgbClr val="000000"/>
                </a:solidFill>
                <a:latin typeface="Calibri"/>
                <a:ea typeface="Calibri"/>
                <a:cs typeface="Calibri"/>
                <a:sym typeface="Calibri"/>
              </a:rPr>
              <a:t>Encourage frequent commits and incorporation of less stable work to mitigate large and challenging merge conflicts.</a:t>
            </a:r>
            <a:endParaRPr sz="1100">
              <a:solidFill>
                <a:srgbClr val="000000"/>
              </a:solidFill>
              <a:latin typeface="Calibri"/>
              <a:ea typeface="Calibri"/>
              <a:cs typeface="Calibri"/>
              <a:sym typeface="Calibri"/>
            </a:endParaRPr>
          </a:p>
          <a:p>
            <a:pPr marL="0" lvl="0" indent="0" algn="l" rtl="0">
              <a:spcBef>
                <a:spcPts val="0"/>
              </a:spcBef>
              <a:spcAft>
                <a:spcPts val="0"/>
              </a:spcAft>
              <a:buNone/>
            </a:pPr>
            <a:endParaRPr sz="1100">
              <a:solidFill>
                <a:srgbClr val="000000"/>
              </a:solidFill>
              <a:latin typeface="Calibri"/>
              <a:ea typeface="Calibri"/>
              <a:cs typeface="Calibri"/>
              <a:sym typeface="Calibri"/>
            </a:endParaRPr>
          </a:p>
          <a:p>
            <a:pPr marL="0" lvl="0" indent="0" algn="l" rtl="0">
              <a:spcBef>
                <a:spcPts val="25"/>
              </a:spcBef>
              <a:spcAft>
                <a:spcPts val="0"/>
              </a:spcAft>
              <a:buNone/>
            </a:pPr>
            <a:endParaRPr sz="1100">
              <a:latin typeface="Calibri"/>
              <a:ea typeface="Calibri"/>
              <a:cs typeface="Calibri"/>
              <a:sym typeface="Calibri"/>
            </a:endParaRPr>
          </a:p>
        </p:txBody>
      </p:sp>
      <p:sp>
        <p:nvSpPr>
          <p:cNvPr id="232" name="Google Shape;232;p19"/>
          <p:cNvSpPr txBox="1"/>
          <p:nvPr/>
        </p:nvSpPr>
        <p:spPr>
          <a:xfrm>
            <a:off x="2697763" y="3043750"/>
            <a:ext cx="1801800" cy="108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a:solidFill>
                  <a:srgbClr val="000000"/>
                </a:solidFill>
                <a:latin typeface="Calibri"/>
                <a:ea typeface="Calibri"/>
                <a:cs typeface="Calibri"/>
                <a:sym typeface="Calibri"/>
              </a:rPr>
              <a:t>Assumed to contain the latest work that has passed initial developer QA and is ready for formal QA and client review (UAT).</a:t>
            </a:r>
            <a:endParaRPr sz="1100">
              <a:solidFill>
                <a:srgbClr val="000000"/>
              </a:solidFill>
              <a:latin typeface="Calibri"/>
              <a:ea typeface="Calibri"/>
              <a:cs typeface="Calibri"/>
              <a:sym typeface="Calibri"/>
            </a:endParaRPr>
          </a:p>
          <a:p>
            <a:pPr marL="0" lvl="0" indent="0" algn="l" rtl="0">
              <a:spcBef>
                <a:spcPts val="25"/>
              </a:spcBef>
              <a:spcAft>
                <a:spcPts val="0"/>
              </a:spcAft>
              <a:buNone/>
            </a:pPr>
            <a:endParaRPr sz="1100">
              <a:latin typeface="Calibri"/>
              <a:ea typeface="Calibri"/>
              <a:cs typeface="Calibri"/>
              <a:sym typeface="Calibri"/>
            </a:endParaRPr>
          </a:p>
        </p:txBody>
      </p:sp>
      <p:sp>
        <p:nvSpPr>
          <p:cNvPr id="233" name="Google Shape;233;p19"/>
          <p:cNvSpPr txBox="1"/>
          <p:nvPr/>
        </p:nvSpPr>
        <p:spPr>
          <a:xfrm>
            <a:off x="4781813" y="3043750"/>
            <a:ext cx="1801800" cy="108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a:solidFill>
                  <a:srgbClr val="000000"/>
                </a:solidFill>
                <a:latin typeface="Calibri"/>
                <a:ea typeface="Calibri"/>
                <a:cs typeface="Calibri"/>
                <a:sym typeface="Calibri"/>
              </a:rPr>
              <a:t>Should always represent the latest code either deployed to the production environment or being prepared for deployment.</a:t>
            </a:r>
            <a:endParaRPr sz="1100">
              <a:solidFill>
                <a:srgbClr val="000000"/>
              </a:solidFill>
              <a:latin typeface="Calibri"/>
              <a:ea typeface="Calibri"/>
              <a:cs typeface="Calibri"/>
              <a:sym typeface="Calibri"/>
            </a:endParaRPr>
          </a:p>
          <a:p>
            <a:pPr marL="0" lvl="0" indent="0" algn="l" rtl="0">
              <a:spcBef>
                <a:spcPts val="0"/>
              </a:spcBef>
              <a:spcAft>
                <a:spcPts val="0"/>
              </a:spcAft>
              <a:buNone/>
            </a:pPr>
            <a:endParaRPr sz="1100">
              <a:solidFill>
                <a:srgbClr val="000000"/>
              </a:solidFill>
              <a:latin typeface="Calibri"/>
              <a:ea typeface="Calibri"/>
              <a:cs typeface="Calibri"/>
              <a:sym typeface="Calibri"/>
            </a:endParaRPr>
          </a:p>
          <a:p>
            <a:pPr marL="0" lvl="0" indent="0" algn="l" rtl="0">
              <a:spcBef>
                <a:spcPts val="25"/>
              </a:spcBef>
              <a:spcAft>
                <a:spcPts val="0"/>
              </a:spcAft>
              <a:buNone/>
            </a:pPr>
            <a:endParaRPr sz="1100">
              <a:latin typeface="Calibri"/>
              <a:ea typeface="Calibri"/>
              <a:cs typeface="Calibri"/>
              <a:sym typeface="Calibri"/>
            </a:endParaRPr>
          </a:p>
        </p:txBody>
      </p:sp>
      <p:sp>
        <p:nvSpPr>
          <p:cNvPr id="234" name="Google Shape;234;p19"/>
          <p:cNvSpPr txBox="1"/>
          <p:nvPr/>
        </p:nvSpPr>
        <p:spPr>
          <a:xfrm>
            <a:off x="6865863" y="3043750"/>
            <a:ext cx="1801800" cy="108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a:solidFill>
                  <a:srgbClr val="000000"/>
                </a:solidFill>
                <a:latin typeface="Calibri"/>
                <a:ea typeface="Calibri"/>
                <a:cs typeface="Calibri"/>
                <a:sym typeface="Calibri"/>
              </a:rPr>
              <a:t>Accomplish a single goal and then closed. Active development should be captured in a feature branch and merged regularly.</a:t>
            </a:r>
            <a:endParaRPr sz="1100">
              <a:solidFill>
                <a:srgbClr val="000000"/>
              </a:solidFill>
              <a:latin typeface="Calibri"/>
              <a:ea typeface="Calibri"/>
              <a:cs typeface="Calibri"/>
              <a:sym typeface="Calibri"/>
            </a:endParaRPr>
          </a:p>
          <a:p>
            <a:pPr marL="0" lvl="0" indent="0" algn="l" rtl="0">
              <a:spcBef>
                <a:spcPts val="25"/>
              </a:spcBef>
              <a:spcAft>
                <a:spcPts val="0"/>
              </a:spcAft>
              <a:buNone/>
            </a:pPr>
            <a:endParaRPr sz="1100">
              <a:latin typeface="Calibri"/>
              <a:ea typeface="Calibri"/>
              <a:cs typeface="Calibri"/>
              <a:sym typeface="Calibri"/>
            </a:endParaRPr>
          </a:p>
        </p:txBody>
      </p:sp>
      <p:sp>
        <p:nvSpPr>
          <p:cNvPr id="235" name="Google Shape;235;p19"/>
          <p:cNvSpPr/>
          <p:nvPr/>
        </p:nvSpPr>
        <p:spPr>
          <a:xfrm>
            <a:off x="613713" y="1608313"/>
            <a:ext cx="821700" cy="821700"/>
          </a:xfrm>
          <a:prstGeom prst="rect">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9"/>
          <p:cNvSpPr/>
          <p:nvPr/>
        </p:nvSpPr>
        <p:spPr>
          <a:xfrm>
            <a:off x="2697763" y="1608313"/>
            <a:ext cx="821700" cy="821700"/>
          </a:xfrm>
          <a:prstGeom prst="rect">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9"/>
          <p:cNvSpPr/>
          <p:nvPr/>
        </p:nvSpPr>
        <p:spPr>
          <a:xfrm>
            <a:off x="4781813" y="1608313"/>
            <a:ext cx="821700" cy="821700"/>
          </a:xfrm>
          <a:prstGeom prst="rect">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9"/>
          <p:cNvSpPr/>
          <p:nvPr/>
        </p:nvSpPr>
        <p:spPr>
          <a:xfrm>
            <a:off x="6865863" y="1608313"/>
            <a:ext cx="821700" cy="821700"/>
          </a:xfrm>
          <a:prstGeom prst="rect">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9" name="Google Shape;239;p19"/>
          <p:cNvPicPr preferRelativeResize="0"/>
          <p:nvPr/>
        </p:nvPicPr>
        <p:blipFill>
          <a:blip r:embed="rId2">
            <a:alphaModFix/>
          </a:blip>
          <a:stretch>
            <a:fillRect/>
          </a:stretch>
        </p:blipFill>
        <p:spPr>
          <a:xfrm>
            <a:off x="8684413" y="4884525"/>
            <a:ext cx="459581" cy="261938"/>
          </a:xfrm>
          <a:prstGeom prst="rect">
            <a:avLst/>
          </a:prstGeom>
          <a:noFill/>
          <a:ln>
            <a:noFill/>
          </a:ln>
        </p:spPr>
      </p:pic>
      <p:sp>
        <p:nvSpPr>
          <p:cNvPr id="240" name="Google Shape;240;p19"/>
          <p:cNvSpPr txBox="1">
            <a:spLocks noGrp="1"/>
          </p:cNvSpPr>
          <p:nvPr>
            <p:ph type="sldNum" idx="12"/>
          </p:nvPr>
        </p:nvSpPr>
        <p:spPr>
          <a:xfrm>
            <a:off x="8801400" y="4941080"/>
            <a:ext cx="342600" cy="172200"/>
          </a:xfrm>
          <a:prstGeom prst="rect">
            <a:avLst/>
          </a:prstGeom>
          <a:noFill/>
          <a:ln>
            <a:noFill/>
          </a:ln>
        </p:spPr>
        <p:txBody>
          <a:bodyPr spcFirstLastPara="1" wrap="square" lIns="0" tIns="0" rIns="0" bIns="0" anchor="b" anchorCtr="0">
            <a:noAutofit/>
          </a:bodyPr>
          <a:lstStyle>
            <a:lvl1pPr lvl="0" algn="ctr" rtl="0">
              <a:buNone/>
              <a:defRPr>
                <a:solidFill>
                  <a:srgbClr val="FFFFFF"/>
                </a:solidFill>
                <a:latin typeface="Calibri"/>
                <a:ea typeface="Calibri"/>
                <a:cs typeface="Calibri"/>
                <a:sym typeface="Calibri"/>
              </a:defRPr>
            </a:lvl1pPr>
            <a:lvl2pPr lvl="1" algn="ctr" rtl="0">
              <a:buNone/>
              <a:defRPr>
                <a:solidFill>
                  <a:srgbClr val="FFFFFF"/>
                </a:solidFill>
                <a:latin typeface="Calibri"/>
                <a:ea typeface="Calibri"/>
                <a:cs typeface="Calibri"/>
                <a:sym typeface="Calibri"/>
              </a:defRPr>
            </a:lvl2pPr>
            <a:lvl3pPr lvl="2" algn="ctr" rtl="0">
              <a:buNone/>
              <a:defRPr>
                <a:solidFill>
                  <a:srgbClr val="FFFFFF"/>
                </a:solidFill>
                <a:latin typeface="Calibri"/>
                <a:ea typeface="Calibri"/>
                <a:cs typeface="Calibri"/>
                <a:sym typeface="Calibri"/>
              </a:defRPr>
            </a:lvl3pPr>
            <a:lvl4pPr lvl="3" algn="ctr" rtl="0">
              <a:buNone/>
              <a:defRPr>
                <a:solidFill>
                  <a:srgbClr val="FFFFFF"/>
                </a:solidFill>
                <a:latin typeface="Calibri"/>
                <a:ea typeface="Calibri"/>
                <a:cs typeface="Calibri"/>
                <a:sym typeface="Calibri"/>
              </a:defRPr>
            </a:lvl4pPr>
            <a:lvl5pPr lvl="4" algn="ctr" rtl="0">
              <a:buNone/>
              <a:defRPr>
                <a:solidFill>
                  <a:srgbClr val="FFFFFF"/>
                </a:solidFill>
                <a:latin typeface="Calibri"/>
                <a:ea typeface="Calibri"/>
                <a:cs typeface="Calibri"/>
                <a:sym typeface="Calibri"/>
              </a:defRPr>
            </a:lvl5pPr>
            <a:lvl6pPr lvl="5" algn="ctr" rtl="0">
              <a:buNone/>
              <a:defRPr>
                <a:solidFill>
                  <a:srgbClr val="FFFFFF"/>
                </a:solidFill>
                <a:latin typeface="Calibri"/>
                <a:ea typeface="Calibri"/>
                <a:cs typeface="Calibri"/>
                <a:sym typeface="Calibri"/>
              </a:defRPr>
            </a:lvl6pPr>
            <a:lvl7pPr lvl="6" algn="ctr" rtl="0">
              <a:buNone/>
              <a:defRPr>
                <a:solidFill>
                  <a:srgbClr val="FFFFFF"/>
                </a:solidFill>
                <a:latin typeface="Calibri"/>
                <a:ea typeface="Calibri"/>
                <a:cs typeface="Calibri"/>
                <a:sym typeface="Calibri"/>
              </a:defRPr>
            </a:lvl7pPr>
            <a:lvl8pPr lvl="7" algn="ctr" rtl="0">
              <a:buNone/>
              <a:defRPr>
                <a:solidFill>
                  <a:srgbClr val="FFFFFF"/>
                </a:solidFill>
                <a:latin typeface="Calibri"/>
                <a:ea typeface="Calibri"/>
                <a:cs typeface="Calibri"/>
                <a:sym typeface="Calibri"/>
              </a:defRPr>
            </a:lvl8pPr>
            <a:lvl9pPr lvl="8" algn="ctr" rtl="0">
              <a:buNone/>
              <a:defRPr>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
              <a:t>‹#›</a:t>
            </a:fld>
            <a:endParaRPr/>
          </a:p>
        </p:txBody>
      </p:sp>
      <p:sp>
        <p:nvSpPr>
          <p:cNvPr id="241" name="Google Shape;241;p19"/>
          <p:cNvSpPr/>
          <p:nvPr/>
        </p:nvSpPr>
        <p:spPr>
          <a:xfrm rot="5400000">
            <a:off x="-2521200" y="2521200"/>
            <a:ext cx="5159100" cy="116700"/>
          </a:xfrm>
          <a:prstGeom prst="rect">
            <a:avLst/>
          </a:prstGeom>
          <a:gradFill>
            <a:gsLst>
              <a:gs pos="0">
                <a:srgbClr val="FF6633"/>
              </a:gs>
              <a:gs pos="100000">
                <a:srgbClr val="EE4442"/>
              </a:gs>
            </a:gsLst>
            <a:lin ang="0" scaled="0"/>
          </a:gra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242" name="Google Shape;242;p19"/>
          <p:cNvPicPr preferRelativeResize="0"/>
          <p:nvPr/>
        </p:nvPicPr>
        <p:blipFill>
          <a:blip r:embed="rId3">
            <a:alphaModFix/>
          </a:blip>
          <a:stretch>
            <a:fillRect/>
          </a:stretch>
        </p:blipFill>
        <p:spPr>
          <a:xfrm>
            <a:off x="318221" y="4762660"/>
            <a:ext cx="1282075" cy="249950"/>
          </a:xfrm>
          <a:prstGeom prst="rect">
            <a:avLst/>
          </a:prstGeom>
          <a:noFill/>
          <a:ln>
            <a:noFill/>
          </a:ln>
        </p:spPr>
      </p:pic>
      <p:sp>
        <p:nvSpPr>
          <p:cNvPr id="243" name="Google Shape;243;p19"/>
          <p:cNvSpPr txBox="1"/>
          <p:nvPr/>
        </p:nvSpPr>
        <p:spPr>
          <a:xfrm>
            <a:off x="3767400" y="4948876"/>
            <a:ext cx="1609200" cy="17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i="1">
                <a:solidFill>
                  <a:srgbClr val="999999"/>
                </a:solidFill>
              </a:rPr>
              <a:t>MetaPhase Proprietary</a:t>
            </a:r>
            <a:endParaRPr sz="800" i="1">
              <a:solidFill>
                <a:srgbClr val="999999"/>
              </a:solidFill>
            </a:endParaRPr>
          </a:p>
        </p:txBody>
      </p:sp>
      <p:sp>
        <p:nvSpPr>
          <p:cNvPr id="244" name="Google Shape;244;p19"/>
          <p:cNvSpPr txBox="1">
            <a:spLocks noGrp="1"/>
          </p:cNvSpPr>
          <p:nvPr>
            <p:ph type="subTitle" idx="1"/>
          </p:nvPr>
        </p:nvSpPr>
        <p:spPr>
          <a:xfrm>
            <a:off x="613713" y="883850"/>
            <a:ext cx="4447500" cy="3786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2100" b="1">
                <a:solidFill>
                  <a:srgbClr val="FF6633"/>
                </a:solidFill>
                <a:latin typeface="Bebas Neue"/>
                <a:ea typeface="Bebas Neue"/>
                <a:cs typeface="Bebas Neue"/>
                <a:sym typeface="Bebas Neu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subtitle style</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ur Firm">
  <p:cSld name="CUSTOM_6">
    <p:spTree>
      <p:nvGrpSpPr>
        <p:cNvPr id="1" name="Shape 245"/>
        <p:cNvGrpSpPr/>
        <p:nvPr/>
      </p:nvGrpSpPr>
      <p:grpSpPr>
        <a:xfrm>
          <a:off x="0" y="0"/>
          <a:ext cx="0" cy="0"/>
          <a:chOff x="0" y="0"/>
          <a:chExt cx="0" cy="0"/>
        </a:xfrm>
      </p:grpSpPr>
      <p:sp>
        <p:nvSpPr>
          <p:cNvPr id="246" name="Google Shape;246;p20"/>
          <p:cNvSpPr txBox="1"/>
          <p:nvPr/>
        </p:nvSpPr>
        <p:spPr>
          <a:xfrm>
            <a:off x="3432700" y="2396050"/>
            <a:ext cx="3901500" cy="1852200"/>
          </a:xfrm>
          <a:prstGeom prst="rect">
            <a:avLst/>
          </a:prstGeom>
          <a:noFill/>
          <a:ln>
            <a:noFill/>
          </a:ln>
        </p:spPr>
        <p:txBody>
          <a:bodyPr spcFirstLastPara="1" wrap="square" lIns="0" tIns="0" rIns="91425" bIns="91425" anchor="t" anchorCtr="0">
            <a:no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MetaPhase Consulting (MPC) is an 8(a)-certified small, disadvantaged minority-owned consulting firm located in the Washington, D.C. Metro area. MPC provides proven, highly effective consultants to support Federal Customer Experience Programs, IT Project Management, Organizational Change Management, System Implementations, and Data Analytics.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p:txBody>
      </p:sp>
      <p:sp>
        <p:nvSpPr>
          <p:cNvPr id="247" name="Google Shape;247;p20"/>
          <p:cNvSpPr txBox="1"/>
          <p:nvPr/>
        </p:nvSpPr>
        <p:spPr>
          <a:xfrm>
            <a:off x="614400" y="2000000"/>
            <a:ext cx="2277300" cy="2591100"/>
          </a:xfrm>
          <a:prstGeom prst="rect">
            <a:avLst/>
          </a:prstGeom>
          <a:noFill/>
          <a:ln>
            <a:noFill/>
          </a:ln>
        </p:spPr>
        <p:txBody>
          <a:bodyPr spcFirstLastPara="1" wrap="square" lIns="91425" tIns="0" rIns="0" bIns="91425" anchor="t" anchorCtr="0">
            <a:noAutofit/>
          </a:bodyPr>
          <a:lstStyle/>
          <a:p>
            <a:pPr marL="0" lvl="0" indent="0" algn="r" rtl="0">
              <a:spcBef>
                <a:spcPts val="0"/>
              </a:spcBef>
              <a:spcAft>
                <a:spcPts val="0"/>
              </a:spcAft>
              <a:buClr>
                <a:schemeClr val="dk1"/>
              </a:buClr>
              <a:buSzPts val="1100"/>
              <a:buFont typeface="Arial"/>
              <a:buNone/>
            </a:pPr>
            <a:r>
              <a:rPr lang="en" b="1"/>
              <a:t>Name</a:t>
            </a:r>
            <a:endParaRPr b="1"/>
          </a:p>
          <a:p>
            <a:pPr marL="0" lvl="0" indent="0" algn="r" rtl="0">
              <a:spcBef>
                <a:spcPts val="0"/>
              </a:spcBef>
              <a:spcAft>
                <a:spcPts val="0"/>
              </a:spcAft>
              <a:buClr>
                <a:schemeClr val="dk1"/>
              </a:buClr>
              <a:buSzPts val="1100"/>
              <a:buFont typeface="Arial"/>
              <a:buNone/>
            </a:pPr>
            <a:r>
              <a:rPr lang="en" sz="900">
                <a:solidFill>
                  <a:srgbClr val="666666"/>
                </a:solidFill>
              </a:rPr>
              <a:t>Title</a:t>
            </a:r>
            <a:endParaRPr sz="900">
              <a:solidFill>
                <a:srgbClr val="666666"/>
              </a:solidFill>
            </a:endParaRPr>
          </a:p>
          <a:p>
            <a:pPr marL="0" lvl="0" indent="0" algn="r" rtl="0">
              <a:spcBef>
                <a:spcPts val="0"/>
              </a:spcBef>
              <a:spcAft>
                <a:spcPts val="0"/>
              </a:spcAft>
              <a:buClr>
                <a:schemeClr val="dk1"/>
              </a:buClr>
              <a:buSzPts val="1100"/>
              <a:buFont typeface="Arial"/>
              <a:buNone/>
            </a:pPr>
            <a:endParaRPr>
              <a:solidFill>
                <a:srgbClr val="666666"/>
              </a:solidFill>
            </a:endParaRPr>
          </a:p>
          <a:p>
            <a:pPr marL="0" lvl="0" indent="0" algn="r" rtl="0">
              <a:spcBef>
                <a:spcPts val="0"/>
              </a:spcBef>
              <a:spcAft>
                <a:spcPts val="0"/>
              </a:spcAft>
              <a:buClr>
                <a:schemeClr val="dk1"/>
              </a:buClr>
              <a:buSzPts val="1100"/>
              <a:buFont typeface="Arial"/>
              <a:buNone/>
            </a:pPr>
            <a:r>
              <a:rPr lang="en" b="1"/>
              <a:t>Name</a:t>
            </a:r>
            <a:endParaRPr b="1"/>
          </a:p>
          <a:p>
            <a:pPr marL="0" lvl="0" indent="0" algn="r" rtl="0">
              <a:spcBef>
                <a:spcPts val="0"/>
              </a:spcBef>
              <a:spcAft>
                <a:spcPts val="0"/>
              </a:spcAft>
              <a:buClr>
                <a:schemeClr val="dk1"/>
              </a:buClr>
              <a:buSzPts val="1100"/>
              <a:buFont typeface="Arial"/>
              <a:buNone/>
            </a:pPr>
            <a:r>
              <a:rPr lang="en" sz="900">
                <a:solidFill>
                  <a:srgbClr val="666666"/>
                </a:solidFill>
              </a:rPr>
              <a:t>Title</a:t>
            </a:r>
            <a:endParaRPr sz="900">
              <a:solidFill>
                <a:srgbClr val="666666"/>
              </a:solidFill>
            </a:endParaRPr>
          </a:p>
          <a:p>
            <a:pPr marL="0" lvl="0" indent="0" algn="r" rtl="0">
              <a:spcBef>
                <a:spcPts val="0"/>
              </a:spcBef>
              <a:spcAft>
                <a:spcPts val="0"/>
              </a:spcAft>
              <a:buClr>
                <a:schemeClr val="dk1"/>
              </a:buClr>
              <a:buSzPts val="1100"/>
              <a:buFont typeface="Arial"/>
              <a:buNone/>
            </a:pPr>
            <a:endParaRPr>
              <a:solidFill>
                <a:srgbClr val="666666"/>
              </a:solidFill>
            </a:endParaRPr>
          </a:p>
          <a:p>
            <a:pPr marL="0" lvl="0" indent="0" algn="r" rtl="0">
              <a:spcBef>
                <a:spcPts val="0"/>
              </a:spcBef>
              <a:spcAft>
                <a:spcPts val="0"/>
              </a:spcAft>
              <a:buClr>
                <a:schemeClr val="dk1"/>
              </a:buClr>
              <a:buSzPts val="1100"/>
              <a:buFont typeface="Arial"/>
              <a:buNone/>
            </a:pPr>
            <a:r>
              <a:rPr lang="en" b="1"/>
              <a:t>Name</a:t>
            </a:r>
            <a:endParaRPr b="1"/>
          </a:p>
          <a:p>
            <a:pPr marL="0" lvl="0" indent="0" algn="r" rtl="0">
              <a:spcBef>
                <a:spcPts val="0"/>
              </a:spcBef>
              <a:spcAft>
                <a:spcPts val="0"/>
              </a:spcAft>
              <a:buNone/>
            </a:pPr>
            <a:r>
              <a:rPr lang="en" sz="900">
                <a:solidFill>
                  <a:srgbClr val="666666"/>
                </a:solidFill>
              </a:rPr>
              <a:t>Title</a:t>
            </a:r>
            <a:endParaRPr sz="900">
              <a:solidFill>
                <a:srgbClr val="666666"/>
              </a:solidFill>
            </a:endParaRPr>
          </a:p>
        </p:txBody>
      </p:sp>
      <p:pic>
        <p:nvPicPr>
          <p:cNvPr id="248" name="Google Shape;248;p20"/>
          <p:cNvPicPr preferRelativeResize="0"/>
          <p:nvPr/>
        </p:nvPicPr>
        <p:blipFill>
          <a:blip r:embed="rId2">
            <a:alphaModFix/>
          </a:blip>
          <a:stretch>
            <a:fillRect/>
          </a:stretch>
        </p:blipFill>
        <p:spPr>
          <a:xfrm>
            <a:off x="3414570" y="1999992"/>
            <a:ext cx="1671975" cy="325950"/>
          </a:xfrm>
          <a:prstGeom prst="rect">
            <a:avLst/>
          </a:prstGeom>
          <a:noFill/>
          <a:ln>
            <a:noFill/>
          </a:ln>
        </p:spPr>
      </p:pic>
      <p:sp>
        <p:nvSpPr>
          <p:cNvPr id="249" name="Google Shape;249;p20"/>
          <p:cNvSpPr/>
          <p:nvPr/>
        </p:nvSpPr>
        <p:spPr>
          <a:xfrm rot="5400000">
            <a:off x="-2521200" y="2521200"/>
            <a:ext cx="5159100" cy="116700"/>
          </a:xfrm>
          <a:prstGeom prst="rect">
            <a:avLst/>
          </a:prstGeom>
          <a:gradFill>
            <a:gsLst>
              <a:gs pos="0">
                <a:srgbClr val="FF6633"/>
              </a:gs>
              <a:gs pos="100000">
                <a:srgbClr val="EE4442"/>
              </a:gs>
            </a:gsLst>
            <a:lin ang="0" scaled="0"/>
          </a:gra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0" name="Google Shape;250;p20"/>
          <p:cNvSpPr txBox="1">
            <a:spLocks noGrp="1"/>
          </p:cNvSpPr>
          <p:nvPr>
            <p:ph type="title"/>
          </p:nvPr>
        </p:nvSpPr>
        <p:spPr>
          <a:xfrm>
            <a:off x="613713" y="338800"/>
            <a:ext cx="5391000" cy="5325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3800" b="1">
                <a:solidFill>
                  <a:srgbClr val="434343"/>
                </a:solidFill>
                <a:latin typeface="Bebas Neue"/>
                <a:ea typeface="Bebas Neue"/>
                <a:cs typeface="Bebas Neue"/>
                <a:sym typeface="Bebas Neu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title style</a:t>
            </a:r>
            <a:endParaRPr/>
          </a:p>
        </p:txBody>
      </p:sp>
      <p:sp>
        <p:nvSpPr>
          <p:cNvPr id="251" name="Google Shape;251;p20"/>
          <p:cNvSpPr txBox="1">
            <a:spLocks noGrp="1"/>
          </p:cNvSpPr>
          <p:nvPr>
            <p:ph type="subTitle" idx="1"/>
          </p:nvPr>
        </p:nvSpPr>
        <p:spPr>
          <a:xfrm>
            <a:off x="613713" y="883850"/>
            <a:ext cx="4447500" cy="3786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2100" b="1">
                <a:solidFill>
                  <a:srgbClr val="FF6633"/>
                </a:solidFill>
                <a:latin typeface="Bebas Neue"/>
                <a:ea typeface="Bebas Neue"/>
                <a:cs typeface="Bebas Neue"/>
                <a:sym typeface="Bebas Neu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subtitle style</a:t>
            </a:r>
            <a:endParaRPr/>
          </a:p>
        </p:txBody>
      </p:sp>
      <p:sp>
        <p:nvSpPr>
          <p:cNvPr id="252" name="Google Shape;252;p20"/>
          <p:cNvSpPr txBox="1">
            <a:spLocks noGrp="1"/>
          </p:cNvSpPr>
          <p:nvPr>
            <p:ph type="subTitle" idx="2"/>
          </p:nvPr>
        </p:nvSpPr>
        <p:spPr>
          <a:xfrm>
            <a:off x="3522950" y="413163"/>
            <a:ext cx="4952100" cy="7182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1200">
                <a:latin typeface="Calibri"/>
                <a:ea typeface="Calibri"/>
                <a:cs typeface="Calibri"/>
                <a:sym typeface="Calibri"/>
              </a:defRPr>
            </a:lvl1pPr>
            <a:lvl2pPr lvl="1" rtl="0">
              <a:spcBef>
                <a:spcPts val="0"/>
              </a:spcBef>
              <a:spcAft>
                <a:spcPts val="0"/>
              </a:spcAft>
              <a:buNone/>
              <a:defRPr sz="1200">
                <a:latin typeface="Calibri"/>
                <a:ea typeface="Calibri"/>
                <a:cs typeface="Calibri"/>
                <a:sym typeface="Calibri"/>
              </a:defRPr>
            </a:lvl2pPr>
            <a:lvl3pPr lvl="2" rtl="0">
              <a:spcBef>
                <a:spcPts val="0"/>
              </a:spcBef>
              <a:spcAft>
                <a:spcPts val="0"/>
              </a:spcAft>
              <a:buNone/>
              <a:defRPr sz="1200">
                <a:latin typeface="Calibri"/>
                <a:ea typeface="Calibri"/>
                <a:cs typeface="Calibri"/>
                <a:sym typeface="Calibri"/>
              </a:defRPr>
            </a:lvl3pPr>
            <a:lvl4pPr lvl="3" rtl="0">
              <a:spcBef>
                <a:spcPts val="0"/>
              </a:spcBef>
              <a:spcAft>
                <a:spcPts val="0"/>
              </a:spcAft>
              <a:buNone/>
              <a:defRPr sz="1200">
                <a:latin typeface="Calibri"/>
                <a:ea typeface="Calibri"/>
                <a:cs typeface="Calibri"/>
                <a:sym typeface="Calibri"/>
              </a:defRPr>
            </a:lvl4pPr>
            <a:lvl5pPr lvl="4" rtl="0">
              <a:spcBef>
                <a:spcPts val="0"/>
              </a:spcBef>
              <a:spcAft>
                <a:spcPts val="0"/>
              </a:spcAft>
              <a:buNone/>
              <a:defRPr sz="1200">
                <a:latin typeface="Calibri"/>
                <a:ea typeface="Calibri"/>
                <a:cs typeface="Calibri"/>
                <a:sym typeface="Calibri"/>
              </a:defRPr>
            </a:lvl5pPr>
            <a:lvl6pPr lvl="5" rtl="0">
              <a:spcBef>
                <a:spcPts val="0"/>
              </a:spcBef>
              <a:spcAft>
                <a:spcPts val="0"/>
              </a:spcAft>
              <a:buNone/>
              <a:defRPr sz="1200">
                <a:latin typeface="Calibri"/>
                <a:ea typeface="Calibri"/>
                <a:cs typeface="Calibri"/>
                <a:sym typeface="Calibri"/>
              </a:defRPr>
            </a:lvl6pPr>
            <a:lvl7pPr lvl="6" rtl="0">
              <a:spcBef>
                <a:spcPts val="0"/>
              </a:spcBef>
              <a:spcAft>
                <a:spcPts val="0"/>
              </a:spcAft>
              <a:buNone/>
              <a:defRPr sz="1200">
                <a:latin typeface="Calibri"/>
                <a:ea typeface="Calibri"/>
                <a:cs typeface="Calibri"/>
                <a:sym typeface="Calibri"/>
              </a:defRPr>
            </a:lvl7pPr>
            <a:lvl8pPr lvl="7" rtl="0">
              <a:spcBef>
                <a:spcPts val="0"/>
              </a:spcBef>
              <a:spcAft>
                <a:spcPts val="0"/>
              </a:spcAft>
              <a:buNone/>
              <a:defRPr sz="1200">
                <a:latin typeface="Calibri"/>
                <a:ea typeface="Calibri"/>
                <a:cs typeface="Calibri"/>
                <a:sym typeface="Calibri"/>
              </a:defRPr>
            </a:lvl8pPr>
            <a:lvl9pPr lvl="8" rtl="0">
              <a:spcBef>
                <a:spcPts val="0"/>
              </a:spcBef>
              <a:spcAft>
                <a:spcPts val="0"/>
              </a:spcAft>
              <a:buNone/>
              <a:defRPr sz="1200">
                <a:latin typeface="Calibri"/>
                <a:ea typeface="Calibri"/>
                <a:cs typeface="Calibri"/>
                <a:sym typeface="Calibri"/>
              </a:defRPr>
            </a:lvl9pPr>
          </a:lstStyle>
          <a:p>
            <a:r>
              <a:rPr lang="en-US"/>
              <a:t>Click to edit Master subtitle style</a:t>
            </a:r>
            <a:endParaRPr/>
          </a:p>
        </p:txBody>
      </p:sp>
      <p:pic>
        <p:nvPicPr>
          <p:cNvPr id="253" name="Google Shape;253;p20"/>
          <p:cNvPicPr preferRelativeResize="0"/>
          <p:nvPr/>
        </p:nvPicPr>
        <p:blipFill>
          <a:blip r:embed="rId3">
            <a:alphaModFix/>
          </a:blip>
          <a:stretch>
            <a:fillRect/>
          </a:stretch>
        </p:blipFill>
        <p:spPr>
          <a:xfrm>
            <a:off x="8684413" y="4884525"/>
            <a:ext cx="459581" cy="261938"/>
          </a:xfrm>
          <a:prstGeom prst="rect">
            <a:avLst/>
          </a:prstGeom>
          <a:noFill/>
          <a:ln>
            <a:noFill/>
          </a:ln>
        </p:spPr>
      </p:pic>
      <p:sp>
        <p:nvSpPr>
          <p:cNvPr id="254" name="Google Shape;254;p20"/>
          <p:cNvSpPr txBox="1">
            <a:spLocks noGrp="1"/>
          </p:cNvSpPr>
          <p:nvPr>
            <p:ph type="sldNum" idx="12"/>
          </p:nvPr>
        </p:nvSpPr>
        <p:spPr>
          <a:xfrm>
            <a:off x="8801400" y="4941080"/>
            <a:ext cx="342600" cy="172200"/>
          </a:xfrm>
          <a:prstGeom prst="rect">
            <a:avLst/>
          </a:prstGeom>
          <a:noFill/>
          <a:ln>
            <a:noFill/>
          </a:ln>
        </p:spPr>
        <p:txBody>
          <a:bodyPr spcFirstLastPara="1" wrap="square" lIns="0" tIns="0" rIns="0" bIns="0" anchor="b" anchorCtr="0">
            <a:noAutofit/>
          </a:bodyPr>
          <a:lstStyle>
            <a:lvl1pPr lvl="0" algn="ctr" rtl="0">
              <a:buNone/>
              <a:defRPr>
                <a:solidFill>
                  <a:srgbClr val="FFFFFF"/>
                </a:solidFill>
                <a:latin typeface="Calibri"/>
                <a:ea typeface="Calibri"/>
                <a:cs typeface="Calibri"/>
                <a:sym typeface="Calibri"/>
              </a:defRPr>
            </a:lvl1pPr>
            <a:lvl2pPr lvl="1" algn="ctr" rtl="0">
              <a:buNone/>
              <a:defRPr>
                <a:solidFill>
                  <a:srgbClr val="FFFFFF"/>
                </a:solidFill>
                <a:latin typeface="Calibri"/>
                <a:ea typeface="Calibri"/>
                <a:cs typeface="Calibri"/>
                <a:sym typeface="Calibri"/>
              </a:defRPr>
            </a:lvl2pPr>
            <a:lvl3pPr lvl="2" algn="ctr" rtl="0">
              <a:buNone/>
              <a:defRPr>
                <a:solidFill>
                  <a:srgbClr val="FFFFFF"/>
                </a:solidFill>
                <a:latin typeface="Calibri"/>
                <a:ea typeface="Calibri"/>
                <a:cs typeface="Calibri"/>
                <a:sym typeface="Calibri"/>
              </a:defRPr>
            </a:lvl3pPr>
            <a:lvl4pPr lvl="3" algn="ctr" rtl="0">
              <a:buNone/>
              <a:defRPr>
                <a:solidFill>
                  <a:srgbClr val="FFFFFF"/>
                </a:solidFill>
                <a:latin typeface="Calibri"/>
                <a:ea typeface="Calibri"/>
                <a:cs typeface="Calibri"/>
                <a:sym typeface="Calibri"/>
              </a:defRPr>
            </a:lvl4pPr>
            <a:lvl5pPr lvl="4" algn="ctr" rtl="0">
              <a:buNone/>
              <a:defRPr>
                <a:solidFill>
                  <a:srgbClr val="FFFFFF"/>
                </a:solidFill>
                <a:latin typeface="Calibri"/>
                <a:ea typeface="Calibri"/>
                <a:cs typeface="Calibri"/>
                <a:sym typeface="Calibri"/>
              </a:defRPr>
            </a:lvl5pPr>
            <a:lvl6pPr lvl="5" algn="ctr" rtl="0">
              <a:buNone/>
              <a:defRPr>
                <a:solidFill>
                  <a:srgbClr val="FFFFFF"/>
                </a:solidFill>
                <a:latin typeface="Calibri"/>
                <a:ea typeface="Calibri"/>
                <a:cs typeface="Calibri"/>
                <a:sym typeface="Calibri"/>
              </a:defRPr>
            </a:lvl6pPr>
            <a:lvl7pPr lvl="6" algn="ctr" rtl="0">
              <a:buNone/>
              <a:defRPr>
                <a:solidFill>
                  <a:srgbClr val="FFFFFF"/>
                </a:solidFill>
                <a:latin typeface="Calibri"/>
                <a:ea typeface="Calibri"/>
                <a:cs typeface="Calibri"/>
                <a:sym typeface="Calibri"/>
              </a:defRPr>
            </a:lvl7pPr>
            <a:lvl8pPr lvl="7" algn="ctr" rtl="0">
              <a:buNone/>
              <a:defRPr>
                <a:solidFill>
                  <a:srgbClr val="FFFFFF"/>
                </a:solidFill>
                <a:latin typeface="Calibri"/>
                <a:ea typeface="Calibri"/>
                <a:cs typeface="Calibri"/>
                <a:sym typeface="Calibri"/>
              </a:defRPr>
            </a:lvl8pPr>
            <a:lvl9pPr lvl="8" algn="ctr" rtl="0">
              <a:buNone/>
              <a:defRPr>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
              <a:t>‹#›</a:t>
            </a:fld>
            <a:endParaRPr/>
          </a:p>
        </p:txBody>
      </p:sp>
      <p:sp>
        <p:nvSpPr>
          <p:cNvPr id="255" name="Google Shape;255;p20"/>
          <p:cNvSpPr txBox="1"/>
          <p:nvPr/>
        </p:nvSpPr>
        <p:spPr>
          <a:xfrm>
            <a:off x="3767400" y="4948876"/>
            <a:ext cx="1609200" cy="17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i="1">
                <a:solidFill>
                  <a:srgbClr val="999999"/>
                </a:solidFill>
              </a:rPr>
              <a:t>MetaPhase Proprietary</a:t>
            </a:r>
            <a:endParaRPr sz="800" i="1">
              <a:solidFill>
                <a:srgbClr val="999999"/>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ustom Layout 3">
  <p:cSld name="CUSTOM_7">
    <p:spTree>
      <p:nvGrpSpPr>
        <p:cNvPr id="1" name="Shape 256"/>
        <p:cNvGrpSpPr/>
        <p:nvPr/>
      </p:nvGrpSpPr>
      <p:grpSpPr>
        <a:xfrm>
          <a:off x="0" y="0"/>
          <a:ext cx="0" cy="0"/>
          <a:chOff x="0" y="0"/>
          <a:chExt cx="0" cy="0"/>
        </a:xfrm>
      </p:grpSpPr>
      <p:pic>
        <p:nvPicPr>
          <p:cNvPr id="257" name="Google Shape;257;p21"/>
          <p:cNvPicPr preferRelativeResize="0"/>
          <p:nvPr/>
        </p:nvPicPr>
        <p:blipFill>
          <a:blip r:embed="rId2">
            <a:alphaModFix/>
          </a:blip>
          <a:stretch>
            <a:fillRect/>
          </a:stretch>
        </p:blipFill>
        <p:spPr>
          <a:xfrm>
            <a:off x="546950" y="0"/>
            <a:ext cx="8597040" cy="483869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ustom Layout 3 1">
  <p:cSld name="CUSTOM_7_1">
    <p:spTree>
      <p:nvGrpSpPr>
        <p:cNvPr id="1" name="Shape 258"/>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ultipurpose - 4 column 1 1">
  <p:cSld name="BLANK_3_1">
    <p:spTree>
      <p:nvGrpSpPr>
        <p:cNvPr id="1" name="Shape 269"/>
        <p:cNvGrpSpPr/>
        <p:nvPr/>
      </p:nvGrpSpPr>
      <p:grpSpPr>
        <a:xfrm>
          <a:off x="0" y="0"/>
          <a:ext cx="0" cy="0"/>
          <a:chOff x="0" y="0"/>
          <a:chExt cx="0" cy="0"/>
        </a:xfrm>
      </p:grpSpPr>
      <p:pic>
        <p:nvPicPr>
          <p:cNvPr id="270" name="Google Shape;270;p24"/>
          <p:cNvPicPr preferRelativeResize="0"/>
          <p:nvPr/>
        </p:nvPicPr>
        <p:blipFill>
          <a:blip r:embed="rId2">
            <a:alphaModFix/>
          </a:blip>
          <a:stretch>
            <a:fillRect/>
          </a:stretch>
        </p:blipFill>
        <p:spPr>
          <a:xfrm>
            <a:off x="8684413" y="4884525"/>
            <a:ext cx="459581" cy="261938"/>
          </a:xfrm>
          <a:prstGeom prst="rect">
            <a:avLst/>
          </a:prstGeom>
          <a:noFill/>
          <a:ln>
            <a:noFill/>
          </a:ln>
        </p:spPr>
      </p:pic>
      <p:sp>
        <p:nvSpPr>
          <p:cNvPr id="271" name="Google Shape;271;p24"/>
          <p:cNvSpPr txBox="1">
            <a:spLocks noGrp="1"/>
          </p:cNvSpPr>
          <p:nvPr>
            <p:ph type="sldNum" idx="12"/>
          </p:nvPr>
        </p:nvSpPr>
        <p:spPr>
          <a:xfrm>
            <a:off x="8801400" y="4941080"/>
            <a:ext cx="342600" cy="172200"/>
          </a:xfrm>
          <a:prstGeom prst="rect">
            <a:avLst/>
          </a:prstGeom>
          <a:noFill/>
          <a:ln>
            <a:noFill/>
          </a:ln>
        </p:spPr>
        <p:txBody>
          <a:bodyPr spcFirstLastPara="1" wrap="square" lIns="0" tIns="0" rIns="0" bIns="0" anchor="b" anchorCtr="0">
            <a:noAutofit/>
          </a:bodyPr>
          <a:lstStyle>
            <a:lvl1pPr lvl="0" algn="ctr" rtl="0">
              <a:buNone/>
              <a:defRPr>
                <a:solidFill>
                  <a:srgbClr val="FFFFFF"/>
                </a:solidFill>
                <a:latin typeface="Calibri"/>
                <a:ea typeface="Calibri"/>
                <a:cs typeface="Calibri"/>
                <a:sym typeface="Calibri"/>
              </a:defRPr>
            </a:lvl1pPr>
            <a:lvl2pPr lvl="1" algn="ctr" rtl="0">
              <a:buNone/>
              <a:defRPr>
                <a:solidFill>
                  <a:srgbClr val="FFFFFF"/>
                </a:solidFill>
                <a:latin typeface="Calibri"/>
                <a:ea typeface="Calibri"/>
                <a:cs typeface="Calibri"/>
                <a:sym typeface="Calibri"/>
              </a:defRPr>
            </a:lvl2pPr>
            <a:lvl3pPr lvl="2" algn="ctr" rtl="0">
              <a:buNone/>
              <a:defRPr>
                <a:solidFill>
                  <a:srgbClr val="FFFFFF"/>
                </a:solidFill>
                <a:latin typeface="Calibri"/>
                <a:ea typeface="Calibri"/>
                <a:cs typeface="Calibri"/>
                <a:sym typeface="Calibri"/>
              </a:defRPr>
            </a:lvl3pPr>
            <a:lvl4pPr lvl="3" algn="ctr" rtl="0">
              <a:buNone/>
              <a:defRPr>
                <a:solidFill>
                  <a:srgbClr val="FFFFFF"/>
                </a:solidFill>
                <a:latin typeface="Calibri"/>
                <a:ea typeface="Calibri"/>
                <a:cs typeface="Calibri"/>
                <a:sym typeface="Calibri"/>
              </a:defRPr>
            </a:lvl4pPr>
            <a:lvl5pPr lvl="4" algn="ctr" rtl="0">
              <a:buNone/>
              <a:defRPr>
                <a:solidFill>
                  <a:srgbClr val="FFFFFF"/>
                </a:solidFill>
                <a:latin typeface="Calibri"/>
                <a:ea typeface="Calibri"/>
                <a:cs typeface="Calibri"/>
                <a:sym typeface="Calibri"/>
              </a:defRPr>
            </a:lvl5pPr>
            <a:lvl6pPr lvl="5" algn="ctr" rtl="0">
              <a:buNone/>
              <a:defRPr>
                <a:solidFill>
                  <a:srgbClr val="FFFFFF"/>
                </a:solidFill>
                <a:latin typeface="Calibri"/>
                <a:ea typeface="Calibri"/>
                <a:cs typeface="Calibri"/>
                <a:sym typeface="Calibri"/>
              </a:defRPr>
            </a:lvl6pPr>
            <a:lvl7pPr lvl="6" algn="ctr" rtl="0">
              <a:buNone/>
              <a:defRPr>
                <a:solidFill>
                  <a:srgbClr val="FFFFFF"/>
                </a:solidFill>
                <a:latin typeface="Calibri"/>
                <a:ea typeface="Calibri"/>
                <a:cs typeface="Calibri"/>
                <a:sym typeface="Calibri"/>
              </a:defRPr>
            </a:lvl7pPr>
            <a:lvl8pPr lvl="7" algn="ctr" rtl="0">
              <a:buNone/>
              <a:defRPr>
                <a:solidFill>
                  <a:srgbClr val="FFFFFF"/>
                </a:solidFill>
                <a:latin typeface="Calibri"/>
                <a:ea typeface="Calibri"/>
                <a:cs typeface="Calibri"/>
                <a:sym typeface="Calibri"/>
              </a:defRPr>
            </a:lvl8pPr>
            <a:lvl9pPr lvl="8" algn="ctr" rtl="0">
              <a:buNone/>
              <a:defRPr>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
              <a:t>‹#›</a:t>
            </a:fld>
            <a:endParaRPr/>
          </a:p>
        </p:txBody>
      </p:sp>
      <p:sp>
        <p:nvSpPr>
          <p:cNvPr id="272" name="Google Shape;272;p24"/>
          <p:cNvSpPr/>
          <p:nvPr/>
        </p:nvSpPr>
        <p:spPr>
          <a:xfrm rot="5400000">
            <a:off x="-2521200" y="2521200"/>
            <a:ext cx="5159100" cy="116700"/>
          </a:xfrm>
          <a:prstGeom prst="rect">
            <a:avLst/>
          </a:prstGeom>
          <a:gradFill>
            <a:gsLst>
              <a:gs pos="0">
                <a:srgbClr val="FF6633"/>
              </a:gs>
              <a:gs pos="100000">
                <a:srgbClr val="EE4442"/>
              </a:gs>
            </a:gsLst>
            <a:lin ang="0" scaled="0"/>
          </a:gra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3" name="Google Shape;273;p24"/>
          <p:cNvSpPr txBox="1"/>
          <p:nvPr/>
        </p:nvSpPr>
        <p:spPr>
          <a:xfrm>
            <a:off x="3767400" y="4948876"/>
            <a:ext cx="1609200" cy="17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i="1">
                <a:solidFill>
                  <a:srgbClr val="999999"/>
                </a:solidFill>
              </a:rPr>
              <a:t>MetaPhase Proprietary</a:t>
            </a:r>
            <a:endParaRPr sz="800" i="1">
              <a:solidFill>
                <a:srgbClr val="999999"/>
              </a:solidFill>
            </a:endParaRPr>
          </a:p>
        </p:txBody>
      </p:sp>
      <p:pic>
        <p:nvPicPr>
          <p:cNvPr id="274" name="Google Shape;274;p24"/>
          <p:cNvPicPr preferRelativeResize="0"/>
          <p:nvPr/>
        </p:nvPicPr>
        <p:blipFill>
          <a:blip r:embed="rId3">
            <a:alphaModFix/>
          </a:blip>
          <a:stretch>
            <a:fillRect/>
          </a:stretch>
        </p:blipFill>
        <p:spPr>
          <a:xfrm>
            <a:off x="2048925" y="941525"/>
            <a:ext cx="3183275" cy="3840075"/>
          </a:xfrm>
          <a:prstGeom prst="rect">
            <a:avLst/>
          </a:prstGeom>
          <a:noFill/>
          <a:ln>
            <a:noFill/>
          </a:ln>
        </p:spPr>
      </p:pic>
      <p:sp>
        <p:nvSpPr>
          <p:cNvPr id="275" name="Google Shape;275;p24"/>
          <p:cNvSpPr txBox="1"/>
          <p:nvPr/>
        </p:nvSpPr>
        <p:spPr>
          <a:xfrm>
            <a:off x="5031525" y="2113135"/>
            <a:ext cx="1249200" cy="261900"/>
          </a:xfrm>
          <a:prstGeom prst="rect">
            <a:avLst/>
          </a:prstGeom>
          <a:noFill/>
          <a:ln>
            <a:noFill/>
          </a:ln>
        </p:spPr>
        <p:txBody>
          <a:bodyPr spcFirstLastPara="1" wrap="square" lIns="91425" tIns="0" rIns="0" bIns="91425" anchor="t" anchorCtr="0">
            <a:noAutofit/>
          </a:bodyPr>
          <a:lstStyle/>
          <a:p>
            <a:pPr marL="0" lvl="0" indent="0" algn="r" rtl="0">
              <a:spcBef>
                <a:spcPts val="0"/>
              </a:spcBef>
              <a:spcAft>
                <a:spcPts val="0"/>
              </a:spcAft>
              <a:buNone/>
            </a:pPr>
            <a:r>
              <a:rPr lang="en" sz="1300" b="1">
                <a:solidFill>
                  <a:srgbClr val="FF6633"/>
                </a:solidFill>
                <a:latin typeface="Calibri"/>
                <a:ea typeface="Calibri"/>
                <a:cs typeface="Calibri"/>
                <a:sym typeface="Calibri"/>
              </a:rPr>
              <a:t>Staging</a:t>
            </a:r>
            <a:br>
              <a:rPr lang="en" sz="1300" b="1">
                <a:solidFill>
                  <a:srgbClr val="FF6633"/>
                </a:solidFill>
                <a:latin typeface="Calibri"/>
                <a:ea typeface="Calibri"/>
                <a:cs typeface="Calibri"/>
                <a:sym typeface="Calibri"/>
              </a:rPr>
            </a:br>
            <a:r>
              <a:rPr lang="en" sz="1300" b="1">
                <a:solidFill>
                  <a:srgbClr val="FF6633"/>
                </a:solidFill>
                <a:latin typeface="Calibri"/>
                <a:ea typeface="Calibri"/>
                <a:cs typeface="Calibri"/>
                <a:sym typeface="Calibri"/>
              </a:rPr>
              <a:t>[ </a:t>
            </a:r>
            <a:r>
              <a:rPr lang="en" sz="1000" b="1">
                <a:solidFill>
                  <a:srgbClr val="666666"/>
                </a:solidFill>
                <a:latin typeface="Courier New"/>
                <a:ea typeface="Courier New"/>
                <a:cs typeface="Courier New"/>
                <a:sym typeface="Courier New"/>
              </a:rPr>
              <a:t>stable</a:t>
            </a:r>
            <a:r>
              <a:rPr lang="en" sz="1300" b="1">
                <a:solidFill>
                  <a:srgbClr val="FF6633"/>
                </a:solidFill>
                <a:latin typeface="Calibri"/>
                <a:ea typeface="Calibri"/>
                <a:cs typeface="Calibri"/>
                <a:sym typeface="Calibri"/>
              </a:rPr>
              <a:t> ]</a:t>
            </a:r>
            <a:endParaRPr/>
          </a:p>
        </p:txBody>
      </p:sp>
      <p:sp>
        <p:nvSpPr>
          <p:cNvPr id="276" name="Google Shape;276;p24"/>
          <p:cNvSpPr txBox="1"/>
          <p:nvPr/>
        </p:nvSpPr>
        <p:spPr>
          <a:xfrm>
            <a:off x="5031525" y="1171675"/>
            <a:ext cx="1249200" cy="261900"/>
          </a:xfrm>
          <a:prstGeom prst="rect">
            <a:avLst/>
          </a:prstGeom>
          <a:noFill/>
          <a:ln>
            <a:noFill/>
          </a:ln>
        </p:spPr>
        <p:txBody>
          <a:bodyPr spcFirstLastPara="1" wrap="square" lIns="91425" tIns="0" rIns="0" bIns="91425" anchor="t" anchorCtr="0">
            <a:noAutofit/>
          </a:bodyPr>
          <a:lstStyle/>
          <a:p>
            <a:pPr marL="0" lvl="0" indent="0" algn="r" rtl="0">
              <a:spcBef>
                <a:spcPts val="0"/>
              </a:spcBef>
              <a:spcAft>
                <a:spcPts val="0"/>
              </a:spcAft>
              <a:buNone/>
            </a:pPr>
            <a:r>
              <a:rPr lang="en" sz="1300" b="1">
                <a:solidFill>
                  <a:srgbClr val="FF6633"/>
                </a:solidFill>
                <a:latin typeface="Calibri"/>
                <a:ea typeface="Calibri"/>
                <a:cs typeface="Calibri"/>
                <a:sym typeface="Calibri"/>
              </a:rPr>
              <a:t>Integration</a:t>
            </a:r>
            <a:br>
              <a:rPr lang="en" sz="1300" b="1">
                <a:solidFill>
                  <a:srgbClr val="FF6633"/>
                </a:solidFill>
                <a:latin typeface="Calibri"/>
                <a:ea typeface="Calibri"/>
                <a:cs typeface="Calibri"/>
                <a:sym typeface="Calibri"/>
              </a:rPr>
            </a:br>
            <a:r>
              <a:rPr lang="en" sz="1300" b="1">
                <a:solidFill>
                  <a:srgbClr val="FF6633"/>
                </a:solidFill>
                <a:latin typeface="Calibri"/>
                <a:ea typeface="Calibri"/>
                <a:cs typeface="Calibri"/>
                <a:sym typeface="Calibri"/>
              </a:rPr>
              <a:t>[ </a:t>
            </a:r>
            <a:r>
              <a:rPr lang="en" sz="1000" b="1">
                <a:solidFill>
                  <a:srgbClr val="666666"/>
                </a:solidFill>
                <a:latin typeface="Courier New"/>
                <a:ea typeface="Courier New"/>
                <a:cs typeface="Courier New"/>
                <a:sym typeface="Courier New"/>
              </a:rPr>
              <a:t>master</a:t>
            </a:r>
            <a:r>
              <a:rPr lang="en" sz="1300" b="1">
                <a:solidFill>
                  <a:srgbClr val="FF6633"/>
                </a:solidFill>
                <a:latin typeface="Calibri"/>
                <a:ea typeface="Calibri"/>
                <a:cs typeface="Calibri"/>
                <a:sym typeface="Calibri"/>
              </a:rPr>
              <a:t> ]</a:t>
            </a:r>
            <a:endParaRPr/>
          </a:p>
        </p:txBody>
      </p:sp>
      <p:sp>
        <p:nvSpPr>
          <p:cNvPr id="277" name="Google Shape;277;p24"/>
          <p:cNvSpPr txBox="1"/>
          <p:nvPr/>
        </p:nvSpPr>
        <p:spPr>
          <a:xfrm>
            <a:off x="6497488" y="200675"/>
            <a:ext cx="2394000" cy="718200"/>
          </a:xfrm>
          <a:prstGeom prst="rect">
            <a:avLst/>
          </a:prstGeom>
          <a:noFill/>
          <a:ln>
            <a:noFill/>
          </a:ln>
        </p:spPr>
        <p:txBody>
          <a:bodyPr spcFirstLastPara="1" wrap="square" lIns="0" tIns="0" rIns="91425" bIns="91425" anchor="ctr" anchorCtr="0">
            <a:noAutofit/>
          </a:bodyPr>
          <a:lstStyle/>
          <a:p>
            <a:pPr marL="0" lvl="0" indent="0" algn="l" rtl="0">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We use Jira and Git workflow to manage code as well as transitions from dev to pre-production for UAT then deployment and sustainment.</a:t>
            </a:r>
            <a:endParaRPr sz="1000"/>
          </a:p>
        </p:txBody>
      </p:sp>
      <p:sp>
        <p:nvSpPr>
          <p:cNvPr id="278" name="Google Shape;278;p24"/>
          <p:cNvSpPr txBox="1">
            <a:spLocks noGrp="1"/>
          </p:cNvSpPr>
          <p:nvPr>
            <p:ph type="sldNum" idx="2"/>
          </p:nvPr>
        </p:nvSpPr>
        <p:spPr>
          <a:xfrm>
            <a:off x="8725200" y="4941080"/>
            <a:ext cx="342600" cy="1722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
        <p:nvSpPr>
          <p:cNvPr id="279" name="Google Shape;279;p24"/>
          <p:cNvSpPr txBox="1"/>
          <p:nvPr/>
        </p:nvSpPr>
        <p:spPr>
          <a:xfrm>
            <a:off x="5031525" y="3054596"/>
            <a:ext cx="1249200" cy="261900"/>
          </a:xfrm>
          <a:prstGeom prst="rect">
            <a:avLst/>
          </a:prstGeom>
          <a:noFill/>
          <a:ln>
            <a:noFill/>
          </a:ln>
        </p:spPr>
        <p:txBody>
          <a:bodyPr spcFirstLastPara="1" wrap="square" lIns="91425" tIns="0" rIns="0" bIns="91425" anchor="t" anchorCtr="0">
            <a:noAutofit/>
          </a:bodyPr>
          <a:lstStyle/>
          <a:p>
            <a:pPr marL="0" lvl="0" indent="0" algn="r" rtl="0">
              <a:spcBef>
                <a:spcPts val="0"/>
              </a:spcBef>
              <a:spcAft>
                <a:spcPts val="0"/>
              </a:spcAft>
              <a:buNone/>
            </a:pPr>
            <a:r>
              <a:rPr lang="en" sz="1300" b="1">
                <a:solidFill>
                  <a:srgbClr val="FF6633"/>
                </a:solidFill>
                <a:latin typeface="Calibri"/>
                <a:ea typeface="Calibri"/>
                <a:cs typeface="Calibri"/>
                <a:sym typeface="Calibri"/>
              </a:rPr>
              <a:t>Production</a:t>
            </a:r>
            <a:br>
              <a:rPr lang="en" sz="1300" b="1">
                <a:solidFill>
                  <a:srgbClr val="FF6633"/>
                </a:solidFill>
                <a:latin typeface="Calibri"/>
                <a:ea typeface="Calibri"/>
                <a:cs typeface="Calibri"/>
                <a:sym typeface="Calibri"/>
              </a:rPr>
            </a:br>
            <a:r>
              <a:rPr lang="en" sz="1300" b="1">
                <a:solidFill>
                  <a:srgbClr val="FF6633"/>
                </a:solidFill>
                <a:latin typeface="Calibri"/>
                <a:ea typeface="Calibri"/>
                <a:cs typeface="Calibri"/>
                <a:sym typeface="Calibri"/>
              </a:rPr>
              <a:t>[ </a:t>
            </a:r>
            <a:r>
              <a:rPr lang="en" sz="1000" b="1">
                <a:solidFill>
                  <a:srgbClr val="666666"/>
                </a:solidFill>
                <a:latin typeface="Courier New"/>
                <a:ea typeface="Courier New"/>
                <a:cs typeface="Courier New"/>
                <a:sym typeface="Courier New"/>
              </a:rPr>
              <a:t>live</a:t>
            </a:r>
            <a:r>
              <a:rPr lang="en" sz="1300" b="1">
                <a:solidFill>
                  <a:srgbClr val="FF6633"/>
                </a:solidFill>
                <a:latin typeface="Calibri"/>
                <a:ea typeface="Calibri"/>
                <a:cs typeface="Calibri"/>
                <a:sym typeface="Calibri"/>
              </a:rPr>
              <a:t> ] </a:t>
            </a:r>
            <a:endParaRPr/>
          </a:p>
        </p:txBody>
      </p:sp>
      <p:sp>
        <p:nvSpPr>
          <p:cNvPr id="280" name="Google Shape;280;p24"/>
          <p:cNvSpPr txBox="1"/>
          <p:nvPr/>
        </p:nvSpPr>
        <p:spPr>
          <a:xfrm>
            <a:off x="6493225" y="1182888"/>
            <a:ext cx="2192100" cy="1081500"/>
          </a:xfrm>
          <a:prstGeom prst="rect">
            <a:avLst/>
          </a:prstGeom>
          <a:noFill/>
          <a:ln>
            <a:noFill/>
          </a:ln>
        </p:spPr>
        <p:txBody>
          <a:bodyPr spcFirstLastPara="1" wrap="square" lIns="0" tIns="0" rIns="91425" bIns="91425" anchor="t" anchorCtr="0">
            <a:noAutofit/>
          </a:bodyPr>
          <a:lstStyle/>
          <a:p>
            <a:pPr marL="0" lvl="0" indent="0" algn="l" rtl="0">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Encourage frequent commits and incorporation of less stable work to mitigate large and challenging merge conflicts.</a:t>
            </a:r>
            <a:endParaRPr sz="1100">
              <a:latin typeface="Calibri"/>
              <a:ea typeface="Calibri"/>
              <a:cs typeface="Calibri"/>
              <a:sym typeface="Calibri"/>
            </a:endParaRPr>
          </a:p>
        </p:txBody>
      </p:sp>
      <p:sp>
        <p:nvSpPr>
          <p:cNvPr id="281" name="Google Shape;281;p24"/>
          <p:cNvSpPr txBox="1"/>
          <p:nvPr/>
        </p:nvSpPr>
        <p:spPr>
          <a:xfrm>
            <a:off x="6493225" y="2105329"/>
            <a:ext cx="2192100" cy="1081500"/>
          </a:xfrm>
          <a:prstGeom prst="rect">
            <a:avLst/>
          </a:prstGeom>
          <a:noFill/>
          <a:ln>
            <a:noFill/>
          </a:ln>
        </p:spPr>
        <p:txBody>
          <a:bodyPr spcFirstLastPara="1" wrap="square" lIns="0" tIns="0" rIns="91425" bIns="91425" anchor="t" anchorCtr="0">
            <a:noAutofit/>
          </a:bodyPr>
          <a:lstStyle/>
          <a:p>
            <a:pPr marL="0" lvl="0" indent="0" algn="l" rtl="0">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Assumed to contain the latest work that has passed initial developer QA and is ready for formal QA and client review (UAT).</a:t>
            </a:r>
            <a:endParaRPr sz="1100">
              <a:solidFill>
                <a:schemeClr val="dk1"/>
              </a:solidFill>
              <a:latin typeface="Calibri"/>
              <a:ea typeface="Calibri"/>
              <a:cs typeface="Calibri"/>
              <a:sym typeface="Calibri"/>
            </a:endParaRPr>
          </a:p>
          <a:p>
            <a:pPr marL="0" lvl="0" indent="0" algn="l" rtl="0">
              <a:spcBef>
                <a:spcPts val="0"/>
              </a:spcBef>
              <a:spcAft>
                <a:spcPts val="0"/>
              </a:spcAft>
              <a:buNone/>
            </a:pPr>
            <a:endParaRPr sz="1100">
              <a:latin typeface="Calibri"/>
              <a:ea typeface="Calibri"/>
              <a:cs typeface="Calibri"/>
              <a:sym typeface="Calibri"/>
            </a:endParaRPr>
          </a:p>
        </p:txBody>
      </p:sp>
      <p:sp>
        <p:nvSpPr>
          <p:cNvPr id="282" name="Google Shape;282;p24"/>
          <p:cNvSpPr txBox="1"/>
          <p:nvPr/>
        </p:nvSpPr>
        <p:spPr>
          <a:xfrm>
            <a:off x="6493225" y="3027771"/>
            <a:ext cx="2192100" cy="1081500"/>
          </a:xfrm>
          <a:prstGeom prst="rect">
            <a:avLst/>
          </a:prstGeom>
          <a:noFill/>
          <a:ln>
            <a:noFill/>
          </a:ln>
        </p:spPr>
        <p:txBody>
          <a:bodyPr spcFirstLastPara="1" wrap="square" lIns="0" tIns="0" rIns="91425" bIns="91425" anchor="t" anchorCtr="0">
            <a:noAutofit/>
          </a:bodyPr>
          <a:lstStyle/>
          <a:p>
            <a:pPr marL="0" lvl="0" indent="0" algn="l" rtl="0">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Should always represent the latest code either deployed to the production environment or being prepared for deployment.</a:t>
            </a:r>
            <a:endParaRPr sz="11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chemeClr val="dk1"/>
              </a:solidFill>
              <a:latin typeface="Calibri"/>
              <a:ea typeface="Calibri"/>
              <a:cs typeface="Calibri"/>
              <a:sym typeface="Calibri"/>
            </a:endParaRPr>
          </a:p>
          <a:p>
            <a:pPr marL="0" lvl="0" indent="0" algn="l" rtl="0">
              <a:spcBef>
                <a:spcPts val="0"/>
              </a:spcBef>
              <a:spcAft>
                <a:spcPts val="0"/>
              </a:spcAft>
              <a:buNone/>
            </a:pPr>
            <a:endParaRPr sz="1100">
              <a:latin typeface="Calibri"/>
              <a:ea typeface="Calibri"/>
              <a:cs typeface="Calibri"/>
              <a:sym typeface="Calibri"/>
            </a:endParaRPr>
          </a:p>
        </p:txBody>
      </p:sp>
      <p:sp>
        <p:nvSpPr>
          <p:cNvPr id="283" name="Google Shape;283;p24"/>
          <p:cNvSpPr txBox="1"/>
          <p:nvPr/>
        </p:nvSpPr>
        <p:spPr>
          <a:xfrm>
            <a:off x="6493225" y="3950213"/>
            <a:ext cx="2192100" cy="1081500"/>
          </a:xfrm>
          <a:prstGeom prst="rect">
            <a:avLst/>
          </a:prstGeom>
          <a:noFill/>
          <a:ln>
            <a:noFill/>
          </a:ln>
        </p:spPr>
        <p:txBody>
          <a:bodyPr spcFirstLastPara="1" wrap="square" lIns="0" tIns="0" rIns="91425" bIns="91425" anchor="t" anchorCtr="0">
            <a:noAutofit/>
          </a:bodyPr>
          <a:lstStyle/>
          <a:p>
            <a:pPr marL="0" lvl="0" indent="0" algn="l" rtl="0">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Accomplish a single goal and then closed. Active development should be captured in a feature branch and merged regularly.</a:t>
            </a:r>
            <a:endParaRPr sz="1100">
              <a:solidFill>
                <a:schemeClr val="dk1"/>
              </a:solidFill>
              <a:latin typeface="Calibri"/>
              <a:ea typeface="Calibri"/>
              <a:cs typeface="Calibri"/>
              <a:sym typeface="Calibri"/>
            </a:endParaRPr>
          </a:p>
          <a:p>
            <a:pPr marL="0" lvl="0" indent="0" algn="l" rtl="0">
              <a:spcBef>
                <a:spcPts val="0"/>
              </a:spcBef>
              <a:spcAft>
                <a:spcPts val="0"/>
              </a:spcAft>
              <a:buNone/>
            </a:pPr>
            <a:endParaRPr sz="1100">
              <a:latin typeface="Calibri"/>
              <a:ea typeface="Calibri"/>
              <a:cs typeface="Calibri"/>
              <a:sym typeface="Calibri"/>
            </a:endParaRPr>
          </a:p>
        </p:txBody>
      </p:sp>
      <p:pic>
        <p:nvPicPr>
          <p:cNvPr id="284" name="Google Shape;284;p24"/>
          <p:cNvPicPr preferRelativeResize="0"/>
          <p:nvPr/>
        </p:nvPicPr>
        <p:blipFill>
          <a:blip r:embed="rId4">
            <a:alphaModFix/>
          </a:blip>
          <a:stretch>
            <a:fillRect/>
          </a:stretch>
        </p:blipFill>
        <p:spPr>
          <a:xfrm>
            <a:off x="2457999" y="653904"/>
            <a:ext cx="2132947" cy="1199788"/>
          </a:xfrm>
          <a:prstGeom prst="rect">
            <a:avLst/>
          </a:prstGeom>
          <a:noFill/>
          <a:ln>
            <a:noFill/>
          </a:ln>
        </p:spPr>
      </p:pic>
      <p:sp>
        <p:nvSpPr>
          <p:cNvPr id="285" name="Google Shape;285;p24"/>
          <p:cNvSpPr txBox="1"/>
          <p:nvPr/>
        </p:nvSpPr>
        <p:spPr>
          <a:xfrm>
            <a:off x="511375" y="1409450"/>
            <a:ext cx="1249200" cy="261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b="1">
                <a:solidFill>
                  <a:srgbClr val="FF6633"/>
                </a:solidFill>
                <a:latin typeface="Calibri"/>
                <a:ea typeface="Calibri"/>
                <a:cs typeface="Calibri"/>
                <a:sym typeface="Calibri"/>
              </a:rPr>
              <a:t>Groom</a:t>
            </a:r>
            <a:endParaRPr/>
          </a:p>
        </p:txBody>
      </p:sp>
      <p:sp>
        <p:nvSpPr>
          <p:cNvPr id="286" name="Google Shape;286;p24"/>
          <p:cNvSpPr txBox="1"/>
          <p:nvPr/>
        </p:nvSpPr>
        <p:spPr>
          <a:xfrm>
            <a:off x="511375" y="1699075"/>
            <a:ext cx="1560300" cy="1081500"/>
          </a:xfrm>
          <a:prstGeom prst="rect">
            <a:avLst/>
          </a:prstGeom>
          <a:noFill/>
          <a:ln>
            <a:noFill/>
          </a:ln>
        </p:spPr>
        <p:txBody>
          <a:bodyPr spcFirstLastPara="1" wrap="square" lIns="91425" tIns="0" rIns="91425" bIns="0" anchor="t" anchorCtr="0">
            <a:noAutofit/>
          </a:bodyPr>
          <a:lstStyle/>
          <a:p>
            <a:pPr marL="0" lvl="0" indent="0" algn="l" rtl="0">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Needs Grooming/ Estimate &gt;</a:t>
            </a:r>
            <a:endParaRPr sz="11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(Input Needed) &gt; Ready for Development</a:t>
            </a:r>
            <a:endParaRPr sz="1100">
              <a:solidFill>
                <a:schemeClr val="dk1"/>
              </a:solidFill>
            </a:endParaRPr>
          </a:p>
          <a:p>
            <a:pPr marL="0" lvl="0" indent="0" algn="l" rtl="0">
              <a:spcBef>
                <a:spcPts val="0"/>
              </a:spcBef>
              <a:spcAft>
                <a:spcPts val="0"/>
              </a:spcAft>
              <a:buNone/>
            </a:pPr>
            <a:endParaRPr sz="1100"/>
          </a:p>
        </p:txBody>
      </p:sp>
      <p:sp>
        <p:nvSpPr>
          <p:cNvPr id="287" name="Google Shape;287;p24"/>
          <p:cNvSpPr txBox="1"/>
          <p:nvPr/>
        </p:nvSpPr>
        <p:spPr>
          <a:xfrm>
            <a:off x="511375" y="2480025"/>
            <a:ext cx="1249200" cy="261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b="1">
                <a:solidFill>
                  <a:srgbClr val="FF6633"/>
                </a:solidFill>
                <a:latin typeface="Calibri"/>
                <a:ea typeface="Calibri"/>
                <a:cs typeface="Calibri"/>
                <a:sym typeface="Calibri"/>
              </a:rPr>
              <a:t>Engineer</a:t>
            </a:r>
            <a:endParaRPr/>
          </a:p>
        </p:txBody>
      </p:sp>
      <p:sp>
        <p:nvSpPr>
          <p:cNvPr id="288" name="Google Shape;288;p24"/>
          <p:cNvSpPr txBox="1"/>
          <p:nvPr/>
        </p:nvSpPr>
        <p:spPr>
          <a:xfrm>
            <a:off x="511375" y="2769650"/>
            <a:ext cx="1646400" cy="1081500"/>
          </a:xfrm>
          <a:prstGeom prst="rect">
            <a:avLst/>
          </a:prstGeom>
          <a:noFill/>
          <a:ln>
            <a:noFill/>
          </a:ln>
        </p:spPr>
        <p:txBody>
          <a:bodyPr spcFirstLastPara="1" wrap="square" lIns="91425" tIns="0" rIns="91425" bIns="91425" anchor="t" anchorCtr="0">
            <a:noAutofit/>
          </a:bodyPr>
          <a:lstStyle/>
          <a:p>
            <a:pPr marL="0" lvl="0" indent="0" algn="l" rtl="0">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In Progress &gt; Technical Review &gt; PM/QA Review</a:t>
            </a:r>
            <a:endParaRPr sz="1100"/>
          </a:p>
        </p:txBody>
      </p:sp>
      <p:sp>
        <p:nvSpPr>
          <p:cNvPr id="289" name="Google Shape;289;p24"/>
          <p:cNvSpPr txBox="1"/>
          <p:nvPr/>
        </p:nvSpPr>
        <p:spPr>
          <a:xfrm>
            <a:off x="511375" y="3361075"/>
            <a:ext cx="1249200" cy="261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b="1">
                <a:solidFill>
                  <a:srgbClr val="FF6633"/>
                </a:solidFill>
                <a:latin typeface="Calibri"/>
                <a:ea typeface="Calibri"/>
                <a:cs typeface="Calibri"/>
                <a:sym typeface="Calibri"/>
              </a:rPr>
              <a:t>Review</a:t>
            </a:r>
            <a:endParaRPr/>
          </a:p>
        </p:txBody>
      </p:sp>
      <p:sp>
        <p:nvSpPr>
          <p:cNvPr id="290" name="Google Shape;290;p24"/>
          <p:cNvSpPr txBox="1"/>
          <p:nvPr/>
        </p:nvSpPr>
        <p:spPr>
          <a:xfrm>
            <a:off x="511375" y="3650700"/>
            <a:ext cx="1689000" cy="1081500"/>
          </a:xfrm>
          <a:prstGeom prst="rect">
            <a:avLst/>
          </a:prstGeom>
          <a:noFill/>
          <a:ln>
            <a:noFill/>
          </a:ln>
        </p:spPr>
        <p:txBody>
          <a:bodyPr spcFirstLastPara="1" wrap="square" lIns="91425" tIns="0" rIns="91425" bIns="91425" anchor="t" anchorCtr="0">
            <a:noAutofit/>
          </a:bodyPr>
          <a:lstStyle/>
          <a:p>
            <a:pPr marL="0" lvl="0" indent="0" algn="l" rtl="0">
              <a:spcBef>
                <a:spcPts val="0"/>
              </a:spcBef>
              <a:spcAft>
                <a:spcPts val="0"/>
              </a:spcAft>
              <a:buClr>
                <a:schemeClr val="dk1"/>
              </a:buClr>
              <a:buSzPts val="1100"/>
              <a:buFont typeface="Arial"/>
              <a:buNone/>
            </a:pPr>
            <a:r>
              <a:rPr lang="en" sz="1100">
                <a:solidFill>
                  <a:schemeClr val="dk1"/>
                </a:solidFill>
              </a:rPr>
              <a:t>Ready for QA &gt; Product Owner Review (UAT) &gt; Ready for Production</a:t>
            </a:r>
            <a:endParaRPr sz="1100">
              <a:solidFill>
                <a:schemeClr val="dk1"/>
              </a:solidFill>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100"/>
          </a:p>
        </p:txBody>
      </p:sp>
      <p:sp>
        <p:nvSpPr>
          <p:cNvPr id="291" name="Google Shape;291;p24"/>
          <p:cNvSpPr txBox="1"/>
          <p:nvPr/>
        </p:nvSpPr>
        <p:spPr>
          <a:xfrm>
            <a:off x="511375" y="4331600"/>
            <a:ext cx="1249200" cy="261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b="1">
                <a:solidFill>
                  <a:srgbClr val="FF6633"/>
                </a:solidFill>
                <a:latin typeface="Calibri"/>
                <a:ea typeface="Calibri"/>
                <a:cs typeface="Calibri"/>
                <a:sym typeface="Calibri"/>
              </a:rPr>
              <a:t>Done</a:t>
            </a:r>
            <a:endParaRPr/>
          </a:p>
        </p:txBody>
      </p:sp>
      <p:sp>
        <p:nvSpPr>
          <p:cNvPr id="292" name="Google Shape;292;p24"/>
          <p:cNvSpPr txBox="1"/>
          <p:nvPr/>
        </p:nvSpPr>
        <p:spPr>
          <a:xfrm>
            <a:off x="4634325" y="3919856"/>
            <a:ext cx="1646400" cy="261900"/>
          </a:xfrm>
          <a:prstGeom prst="rect">
            <a:avLst/>
          </a:prstGeom>
          <a:noFill/>
          <a:ln>
            <a:noFill/>
          </a:ln>
        </p:spPr>
        <p:txBody>
          <a:bodyPr spcFirstLastPara="1" wrap="square" lIns="91425" tIns="0" rIns="0" bIns="91425" anchor="t" anchorCtr="0">
            <a:noAutofit/>
          </a:bodyPr>
          <a:lstStyle/>
          <a:p>
            <a:pPr marL="0" lvl="0" indent="0" algn="r" rtl="0">
              <a:spcBef>
                <a:spcPts val="0"/>
              </a:spcBef>
              <a:spcAft>
                <a:spcPts val="0"/>
              </a:spcAft>
              <a:buNone/>
            </a:pPr>
            <a:r>
              <a:rPr lang="en" sz="1300" b="1">
                <a:solidFill>
                  <a:srgbClr val="FF6633"/>
                </a:solidFill>
                <a:latin typeface="Calibri"/>
                <a:ea typeface="Calibri"/>
                <a:cs typeface="Calibri"/>
                <a:sym typeface="Calibri"/>
              </a:rPr>
              <a:t>Short-term</a:t>
            </a:r>
            <a:endParaRPr sz="1300" b="1">
              <a:solidFill>
                <a:srgbClr val="FF6633"/>
              </a:solidFill>
              <a:latin typeface="Calibri"/>
              <a:ea typeface="Calibri"/>
              <a:cs typeface="Calibri"/>
              <a:sym typeface="Calibri"/>
            </a:endParaRPr>
          </a:p>
          <a:p>
            <a:pPr marL="0" lvl="0" indent="0" algn="r" rtl="0">
              <a:spcBef>
                <a:spcPts val="0"/>
              </a:spcBef>
              <a:spcAft>
                <a:spcPts val="0"/>
              </a:spcAft>
              <a:buNone/>
            </a:pPr>
            <a:r>
              <a:rPr lang="en" sz="1300" b="1">
                <a:solidFill>
                  <a:srgbClr val="FF6633"/>
                </a:solidFill>
                <a:latin typeface="Calibri"/>
                <a:ea typeface="Calibri"/>
                <a:cs typeface="Calibri"/>
                <a:sym typeface="Calibri"/>
              </a:rPr>
              <a:t>Branches</a:t>
            </a:r>
            <a:br>
              <a:rPr lang="en" sz="1300" b="1">
                <a:solidFill>
                  <a:srgbClr val="FF6633"/>
                </a:solidFill>
                <a:latin typeface="Calibri"/>
                <a:ea typeface="Calibri"/>
                <a:cs typeface="Calibri"/>
                <a:sym typeface="Calibri"/>
              </a:rPr>
            </a:br>
            <a:r>
              <a:rPr lang="en" sz="1300" b="1">
                <a:solidFill>
                  <a:srgbClr val="FF6633"/>
                </a:solidFill>
                <a:latin typeface="Calibri"/>
                <a:ea typeface="Calibri"/>
                <a:cs typeface="Calibri"/>
                <a:sym typeface="Calibri"/>
              </a:rPr>
              <a:t>[ </a:t>
            </a:r>
            <a:r>
              <a:rPr lang="en" sz="1000" b="1">
                <a:solidFill>
                  <a:srgbClr val="666666"/>
                </a:solidFill>
                <a:latin typeface="Courier New"/>
                <a:ea typeface="Courier New"/>
                <a:cs typeface="Courier New"/>
                <a:sym typeface="Courier New"/>
              </a:rPr>
              <a:t>feature,</a:t>
            </a:r>
            <a:endParaRPr sz="1000" b="1">
              <a:solidFill>
                <a:srgbClr val="666666"/>
              </a:solidFill>
              <a:latin typeface="Courier New"/>
              <a:ea typeface="Courier New"/>
              <a:cs typeface="Courier New"/>
              <a:sym typeface="Courier New"/>
            </a:endParaRPr>
          </a:p>
          <a:p>
            <a:pPr marL="0" lvl="0" indent="0" algn="r" rtl="0">
              <a:spcBef>
                <a:spcPts val="0"/>
              </a:spcBef>
              <a:spcAft>
                <a:spcPts val="0"/>
              </a:spcAft>
              <a:buNone/>
            </a:pPr>
            <a:r>
              <a:rPr lang="en" sz="1000" b="1">
                <a:solidFill>
                  <a:srgbClr val="666666"/>
                </a:solidFill>
                <a:latin typeface="Courier New"/>
                <a:ea typeface="Courier New"/>
                <a:cs typeface="Courier New"/>
                <a:sym typeface="Courier New"/>
              </a:rPr>
              <a:t>hotfix</a:t>
            </a:r>
            <a:r>
              <a:rPr lang="en" sz="1300" b="1">
                <a:solidFill>
                  <a:srgbClr val="FF6633"/>
                </a:solidFill>
                <a:latin typeface="Calibri"/>
                <a:ea typeface="Calibri"/>
                <a:cs typeface="Calibri"/>
                <a:sym typeface="Calibri"/>
              </a:rPr>
              <a:t> ] </a:t>
            </a:r>
            <a:endParaRPr/>
          </a:p>
        </p:txBody>
      </p:sp>
      <p:sp>
        <p:nvSpPr>
          <p:cNvPr id="293" name="Google Shape;293;p24"/>
          <p:cNvSpPr txBox="1"/>
          <p:nvPr/>
        </p:nvSpPr>
        <p:spPr>
          <a:xfrm>
            <a:off x="610250" y="655250"/>
            <a:ext cx="3977400" cy="3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2100" b="1">
                <a:solidFill>
                  <a:srgbClr val="FF6633"/>
                </a:solidFill>
                <a:latin typeface="Bebas Neue"/>
                <a:ea typeface="Bebas Neue"/>
                <a:cs typeface="Bebas Neue"/>
                <a:sym typeface="Bebas Neue"/>
              </a:rPr>
              <a:t>More than just tools.</a:t>
            </a:r>
            <a:endParaRPr sz="2100" b="1">
              <a:solidFill>
                <a:srgbClr val="FF6633"/>
              </a:solidFill>
              <a:latin typeface="Bebas Neue"/>
              <a:ea typeface="Bebas Neue"/>
              <a:cs typeface="Bebas Neue"/>
              <a:sym typeface="Bebas Neue"/>
            </a:endParaRPr>
          </a:p>
        </p:txBody>
      </p:sp>
      <p:sp>
        <p:nvSpPr>
          <p:cNvPr id="294" name="Google Shape;294;p24"/>
          <p:cNvSpPr txBox="1"/>
          <p:nvPr/>
        </p:nvSpPr>
        <p:spPr>
          <a:xfrm>
            <a:off x="608950" y="110200"/>
            <a:ext cx="5739600" cy="601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3800" b="1">
                <a:solidFill>
                  <a:srgbClr val="434343"/>
                </a:solidFill>
                <a:latin typeface="Bebas Neue"/>
                <a:ea typeface="Bebas Neue"/>
                <a:cs typeface="Bebas Neue"/>
                <a:sym typeface="Bebas Neue"/>
              </a:rPr>
              <a:t>Application Lifecycle management</a:t>
            </a:r>
            <a:endParaRPr sz="3800" b="1">
              <a:solidFill>
                <a:srgbClr val="434343"/>
              </a:solidFill>
              <a:latin typeface="Bebas Neue"/>
              <a:ea typeface="Bebas Neue"/>
              <a:cs typeface="Bebas Neue"/>
              <a:sym typeface="Bebas Neue"/>
            </a:endParaRPr>
          </a:p>
        </p:txBody>
      </p:sp>
      <p:pic>
        <p:nvPicPr>
          <p:cNvPr id="295" name="Google Shape;295;p24"/>
          <p:cNvPicPr preferRelativeResize="0"/>
          <p:nvPr/>
        </p:nvPicPr>
        <p:blipFill>
          <a:blip r:embed="rId5">
            <a:alphaModFix/>
          </a:blip>
          <a:stretch>
            <a:fillRect/>
          </a:stretch>
        </p:blipFill>
        <p:spPr>
          <a:xfrm>
            <a:off x="318221" y="4762660"/>
            <a:ext cx="1282075" cy="24995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2">
  <p:cSld name="CUSTOM_8">
    <p:spTree>
      <p:nvGrpSpPr>
        <p:cNvPr id="1" name="Shape 296"/>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dds &amp; Ends [extra elements]">
  <p:cSld name="CUSTOM_4_1">
    <p:spTree>
      <p:nvGrpSpPr>
        <p:cNvPr id="1" name="Shape 297"/>
        <p:cNvGrpSpPr/>
        <p:nvPr/>
      </p:nvGrpSpPr>
      <p:grpSpPr>
        <a:xfrm>
          <a:off x="0" y="0"/>
          <a:ext cx="0" cy="0"/>
          <a:chOff x="0" y="0"/>
          <a:chExt cx="0" cy="0"/>
        </a:xfrm>
      </p:grpSpPr>
      <p:sp>
        <p:nvSpPr>
          <p:cNvPr id="298" name="Google Shape;298;p26"/>
          <p:cNvSpPr/>
          <p:nvPr/>
        </p:nvSpPr>
        <p:spPr>
          <a:xfrm>
            <a:off x="10116825" y="-738975"/>
            <a:ext cx="3578700" cy="3137400"/>
          </a:xfrm>
          <a:prstGeom prst="foldedCorner">
            <a:avLst>
              <a:gd name="adj" fmla="val 16667"/>
            </a:avLst>
          </a:prstGeom>
          <a:solidFill>
            <a:srgbClr val="FFFFFF"/>
          </a:solidFill>
          <a:ln w="9525"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9" name="Google Shape;299;p26"/>
          <p:cNvGrpSpPr/>
          <p:nvPr/>
        </p:nvGrpSpPr>
        <p:grpSpPr>
          <a:xfrm>
            <a:off x="517475" y="3547012"/>
            <a:ext cx="8442625" cy="143400"/>
            <a:chOff x="3047650" y="1035687"/>
            <a:chExt cx="8442625" cy="143400"/>
          </a:xfrm>
        </p:grpSpPr>
        <p:cxnSp>
          <p:nvCxnSpPr>
            <p:cNvPr id="300" name="Google Shape;300;p26"/>
            <p:cNvCxnSpPr/>
            <p:nvPr/>
          </p:nvCxnSpPr>
          <p:spPr>
            <a:xfrm rot="10800000">
              <a:off x="3200075" y="1179075"/>
              <a:ext cx="8290200" cy="0"/>
            </a:xfrm>
            <a:prstGeom prst="straightConnector1">
              <a:avLst/>
            </a:prstGeom>
            <a:noFill/>
            <a:ln w="19050" cap="flat" cmpd="sng">
              <a:solidFill>
                <a:srgbClr val="FF6633"/>
              </a:solidFill>
              <a:prstDash val="solid"/>
              <a:round/>
              <a:headEnd type="none" w="med" len="med"/>
              <a:tailEnd type="none" w="med" len="med"/>
            </a:ln>
          </p:spPr>
        </p:cxnSp>
        <p:cxnSp>
          <p:nvCxnSpPr>
            <p:cNvPr id="301" name="Google Shape;301;p26"/>
            <p:cNvCxnSpPr/>
            <p:nvPr/>
          </p:nvCxnSpPr>
          <p:spPr>
            <a:xfrm rot="10800000">
              <a:off x="3047650" y="1035687"/>
              <a:ext cx="157800" cy="143400"/>
            </a:xfrm>
            <a:prstGeom prst="straightConnector1">
              <a:avLst/>
            </a:prstGeom>
            <a:noFill/>
            <a:ln w="19050" cap="flat" cmpd="sng">
              <a:solidFill>
                <a:srgbClr val="FF6633"/>
              </a:solidFill>
              <a:prstDash val="solid"/>
              <a:round/>
              <a:headEnd type="none" w="med" len="med"/>
              <a:tailEnd type="oval" w="med" len="med"/>
            </a:ln>
          </p:spPr>
        </p:cxnSp>
      </p:grpSp>
      <p:grpSp>
        <p:nvGrpSpPr>
          <p:cNvPr id="302" name="Google Shape;302;p26"/>
          <p:cNvGrpSpPr/>
          <p:nvPr/>
        </p:nvGrpSpPr>
        <p:grpSpPr>
          <a:xfrm>
            <a:off x="517464" y="4070437"/>
            <a:ext cx="8626525" cy="341700"/>
            <a:chOff x="2711350" y="1065987"/>
            <a:chExt cx="8626525" cy="341700"/>
          </a:xfrm>
        </p:grpSpPr>
        <p:cxnSp>
          <p:nvCxnSpPr>
            <p:cNvPr id="303" name="Google Shape;303;p26"/>
            <p:cNvCxnSpPr/>
            <p:nvPr/>
          </p:nvCxnSpPr>
          <p:spPr>
            <a:xfrm rot="10800000">
              <a:off x="3047675" y="1407675"/>
              <a:ext cx="8290200" cy="0"/>
            </a:xfrm>
            <a:prstGeom prst="straightConnector1">
              <a:avLst/>
            </a:prstGeom>
            <a:noFill/>
            <a:ln w="19050" cap="flat" cmpd="sng">
              <a:solidFill>
                <a:srgbClr val="FF6633"/>
              </a:solidFill>
              <a:prstDash val="solid"/>
              <a:round/>
              <a:headEnd type="none" w="med" len="med"/>
              <a:tailEnd type="none" w="med" len="med"/>
            </a:ln>
          </p:spPr>
        </p:cxnSp>
        <p:cxnSp>
          <p:nvCxnSpPr>
            <p:cNvPr id="304" name="Google Shape;304;p26"/>
            <p:cNvCxnSpPr/>
            <p:nvPr/>
          </p:nvCxnSpPr>
          <p:spPr>
            <a:xfrm rot="10800000">
              <a:off x="2711350" y="1065987"/>
              <a:ext cx="341700" cy="341700"/>
            </a:xfrm>
            <a:prstGeom prst="straightConnector1">
              <a:avLst/>
            </a:prstGeom>
            <a:noFill/>
            <a:ln w="19050" cap="flat" cmpd="sng">
              <a:solidFill>
                <a:srgbClr val="FF6633"/>
              </a:solidFill>
              <a:prstDash val="solid"/>
              <a:round/>
              <a:headEnd type="none" w="med" len="med"/>
              <a:tailEnd type="oval" w="med" len="med"/>
            </a:ln>
          </p:spPr>
        </p:cxnSp>
      </p:grpSp>
      <p:sp>
        <p:nvSpPr>
          <p:cNvPr id="305" name="Google Shape;305;p26"/>
          <p:cNvSpPr txBox="1"/>
          <p:nvPr/>
        </p:nvSpPr>
        <p:spPr>
          <a:xfrm>
            <a:off x="619775" y="883850"/>
            <a:ext cx="6382500" cy="3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2100" b="1">
                <a:solidFill>
                  <a:srgbClr val="FF6633"/>
                </a:solidFill>
                <a:latin typeface="Bebas Neue"/>
                <a:ea typeface="Bebas Neue"/>
                <a:cs typeface="Bebas Neue"/>
                <a:sym typeface="Bebas Neue"/>
              </a:rPr>
              <a:t>This is where we put design elements for future use</a:t>
            </a:r>
            <a:endParaRPr sz="2100" b="1">
              <a:solidFill>
                <a:srgbClr val="FF6633"/>
              </a:solidFill>
              <a:latin typeface="Bebas Neue"/>
              <a:ea typeface="Bebas Neue"/>
              <a:cs typeface="Bebas Neue"/>
              <a:sym typeface="Bebas Neue"/>
            </a:endParaRPr>
          </a:p>
        </p:txBody>
      </p:sp>
      <p:sp>
        <p:nvSpPr>
          <p:cNvPr id="306" name="Google Shape;306;p26"/>
          <p:cNvSpPr txBox="1"/>
          <p:nvPr/>
        </p:nvSpPr>
        <p:spPr>
          <a:xfrm>
            <a:off x="613713" y="338800"/>
            <a:ext cx="4129800" cy="601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3800" b="1">
                <a:solidFill>
                  <a:srgbClr val="434343"/>
                </a:solidFill>
                <a:latin typeface="Bebas Neue"/>
                <a:ea typeface="Bebas Neue"/>
                <a:cs typeface="Bebas Neue"/>
                <a:sym typeface="Bebas Neue"/>
              </a:rPr>
              <a:t>ODDS </a:t>
            </a:r>
            <a:r>
              <a:rPr lang="en" sz="3800" b="1">
                <a:solidFill>
                  <a:srgbClr val="999999"/>
                </a:solidFill>
                <a:latin typeface="Bebas Neue"/>
                <a:ea typeface="Bebas Neue"/>
                <a:cs typeface="Bebas Neue"/>
                <a:sym typeface="Bebas Neue"/>
              </a:rPr>
              <a:t>&amp;</a:t>
            </a:r>
            <a:r>
              <a:rPr lang="en" sz="3800" b="1">
                <a:solidFill>
                  <a:srgbClr val="434343"/>
                </a:solidFill>
                <a:latin typeface="Bebas Neue"/>
                <a:ea typeface="Bebas Neue"/>
                <a:cs typeface="Bebas Neue"/>
                <a:sym typeface="Bebas Neue"/>
              </a:rPr>
              <a:t> ENDS</a:t>
            </a:r>
            <a:endParaRPr sz="3800" b="1">
              <a:solidFill>
                <a:srgbClr val="434343"/>
              </a:solidFill>
              <a:latin typeface="Bebas Neue"/>
              <a:ea typeface="Bebas Neue"/>
              <a:cs typeface="Bebas Neue"/>
              <a:sym typeface="Bebas Neue"/>
            </a:endParaRPr>
          </a:p>
        </p:txBody>
      </p:sp>
      <p:pic>
        <p:nvPicPr>
          <p:cNvPr id="307" name="Google Shape;307;p26"/>
          <p:cNvPicPr preferRelativeResize="0"/>
          <p:nvPr/>
        </p:nvPicPr>
        <p:blipFill>
          <a:blip r:embed="rId2">
            <a:alphaModFix/>
          </a:blip>
          <a:stretch>
            <a:fillRect/>
          </a:stretch>
        </p:blipFill>
        <p:spPr>
          <a:xfrm>
            <a:off x="5843450" y="572150"/>
            <a:ext cx="914400" cy="896111"/>
          </a:xfrm>
          <a:prstGeom prst="rect">
            <a:avLst/>
          </a:prstGeom>
          <a:noFill/>
          <a:ln>
            <a:noFill/>
          </a:ln>
        </p:spPr>
      </p:pic>
      <p:pic>
        <p:nvPicPr>
          <p:cNvPr id="308" name="Google Shape;308;p26"/>
          <p:cNvPicPr preferRelativeResize="0"/>
          <p:nvPr/>
        </p:nvPicPr>
        <p:blipFill>
          <a:blip r:embed="rId3">
            <a:alphaModFix/>
          </a:blip>
          <a:stretch>
            <a:fillRect/>
          </a:stretch>
        </p:blipFill>
        <p:spPr>
          <a:xfrm>
            <a:off x="6914036" y="572162"/>
            <a:ext cx="941832" cy="867963"/>
          </a:xfrm>
          <a:prstGeom prst="rect">
            <a:avLst/>
          </a:prstGeom>
          <a:noFill/>
          <a:ln>
            <a:noFill/>
          </a:ln>
        </p:spPr>
      </p:pic>
      <p:pic>
        <p:nvPicPr>
          <p:cNvPr id="309" name="Google Shape;309;p26"/>
          <p:cNvPicPr preferRelativeResize="0"/>
          <p:nvPr/>
        </p:nvPicPr>
        <p:blipFill>
          <a:blip r:embed="rId4">
            <a:alphaModFix/>
          </a:blip>
          <a:stretch>
            <a:fillRect/>
          </a:stretch>
        </p:blipFill>
        <p:spPr>
          <a:xfrm>
            <a:off x="7974750" y="572162"/>
            <a:ext cx="925175" cy="971432"/>
          </a:xfrm>
          <a:prstGeom prst="rect">
            <a:avLst/>
          </a:prstGeom>
          <a:noFill/>
          <a:ln>
            <a:noFill/>
          </a:ln>
        </p:spPr>
      </p:pic>
      <p:sp>
        <p:nvSpPr>
          <p:cNvPr id="310" name="Google Shape;310;p26"/>
          <p:cNvSpPr/>
          <p:nvPr/>
        </p:nvSpPr>
        <p:spPr>
          <a:xfrm>
            <a:off x="10095175" y="2575000"/>
            <a:ext cx="3578700" cy="3137400"/>
          </a:xfrm>
          <a:prstGeom prst="foldedCorner">
            <a:avLst>
              <a:gd name="adj" fmla="val 16667"/>
            </a:avLst>
          </a:prstGeom>
          <a:solidFill>
            <a:srgbClr val="FFFFFF"/>
          </a:solidFill>
          <a:ln w="9525"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6"/>
          <p:cNvSpPr txBox="1">
            <a:spLocks noGrp="1"/>
          </p:cNvSpPr>
          <p:nvPr>
            <p:ph type="subTitle" idx="1"/>
          </p:nvPr>
        </p:nvSpPr>
        <p:spPr>
          <a:xfrm>
            <a:off x="10145025" y="-709253"/>
            <a:ext cx="3522300" cy="532500"/>
          </a:xfrm>
          <a:prstGeom prst="rect">
            <a:avLst/>
          </a:prstGeom>
          <a:solidFill>
            <a:srgbClr val="FF6633"/>
          </a:solidFill>
          <a:ln>
            <a:noFill/>
          </a:ln>
        </p:spPr>
        <p:txBody>
          <a:bodyPr spcFirstLastPara="1" wrap="square" lIns="91425" tIns="164575" rIns="91425" bIns="91425" anchor="t" anchorCtr="0">
            <a:noAutofit/>
          </a:bodyPr>
          <a:lstStyle>
            <a:lvl1pPr lvl="0" algn="ctr" rtl="0">
              <a:spcBef>
                <a:spcPts val="0"/>
              </a:spcBef>
              <a:spcAft>
                <a:spcPts val="0"/>
              </a:spcAft>
              <a:buNone/>
              <a:defRPr>
                <a:solidFill>
                  <a:srgbClr val="FFFFFF"/>
                </a:solidFill>
              </a:defRPr>
            </a:lvl1pPr>
            <a:lvl2pPr lvl="1" algn="ctr" rtl="0">
              <a:spcBef>
                <a:spcPts val="0"/>
              </a:spcBef>
              <a:spcAft>
                <a:spcPts val="0"/>
              </a:spcAft>
              <a:buNone/>
              <a:defRPr>
                <a:solidFill>
                  <a:srgbClr val="FFFFFF"/>
                </a:solidFill>
              </a:defRPr>
            </a:lvl2pPr>
            <a:lvl3pPr lvl="2" algn="ctr" rtl="0">
              <a:spcBef>
                <a:spcPts val="0"/>
              </a:spcBef>
              <a:spcAft>
                <a:spcPts val="0"/>
              </a:spcAft>
              <a:buNone/>
              <a:defRPr>
                <a:solidFill>
                  <a:srgbClr val="FFFFFF"/>
                </a:solidFill>
              </a:defRPr>
            </a:lvl3pPr>
            <a:lvl4pPr lvl="3" algn="ctr" rtl="0">
              <a:spcBef>
                <a:spcPts val="0"/>
              </a:spcBef>
              <a:spcAft>
                <a:spcPts val="0"/>
              </a:spcAft>
              <a:buNone/>
              <a:defRPr>
                <a:solidFill>
                  <a:srgbClr val="FFFFFF"/>
                </a:solidFill>
              </a:defRPr>
            </a:lvl4pPr>
            <a:lvl5pPr lvl="4" algn="ctr" rtl="0">
              <a:spcBef>
                <a:spcPts val="0"/>
              </a:spcBef>
              <a:spcAft>
                <a:spcPts val="0"/>
              </a:spcAft>
              <a:buNone/>
              <a:defRPr>
                <a:solidFill>
                  <a:srgbClr val="FFFFFF"/>
                </a:solidFill>
              </a:defRPr>
            </a:lvl5pPr>
            <a:lvl6pPr lvl="5" algn="ctr" rtl="0">
              <a:spcBef>
                <a:spcPts val="0"/>
              </a:spcBef>
              <a:spcAft>
                <a:spcPts val="0"/>
              </a:spcAft>
              <a:buNone/>
              <a:defRPr>
                <a:solidFill>
                  <a:srgbClr val="FFFFFF"/>
                </a:solidFill>
              </a:defRPr>
            </a:lvl6pPr>
            <a:lvl7pPr lvl="6" algn="ctr" rtl="0">
              <a:spcBef>
                <a:spcPts val="0"/>
              </a:spcBef>
              <a:spcAft>
                <a:spcPts val="0"/>
              </a:spcAft>
              <a:buNone/>
              <a:defRPr>
                <a:solidFill>
                  <a:srgbClr val="FFFFFF"/>
                </a:solidFill>
              </a:defRPr>
            </a:lvl7pPr>
            <a:lvl8pPr lvl="7" algn="ctr" rtl="0">
              <a:spcBef>
                <a:spcPts val="0"/>
              </a:spcBef>
              <a:spcAft>
                <a:spcPts val="0"/>
              </a:spcAft>
              <a:buNone/>
              <a:defRPr>
                <a:solidFill>
                  <a:srgbClr val="FFFFFF"/>
                </a:solidFill>
              </a:defRPr>
            </a:lvl8pPr>
            <a:lvl9pPr lvl="8" algn="ctr" rtl="0">
              <a:spcBef>
                <a:spcPts val="0"/>
              </a:spcBef>
              <a:spcAft>
                <a:spcPts val="0"/>
              </a:spcAft>
              <a:buNone/>
              <a:defRPr>
                <a:solidFill>
                  <a:srgbClr val="FFFFFF"/>
                </a:solidFill>
              </a:defRPr>
            </a:lvl9pPr>
          </a:lstStyle>
          <a:p>
            <a:r>
              <a:rPr lang="en-US"/>
              <a:t>Click to edit Master subtitle style</a:t>
            </a:r>
            <a:endParaRPr/>
          </a:p>
        </p:txBody>
      </p:sp>
      <p:sp>
        <p:nvSpPr>
          <p:cNvPr id="312" name="Google Shape;312;p26"/>
          <p:cNvSpPr txBox="1"/>
          <p:nvPr/>
        </p:nvSpPr>
        <p:spPr>
          <a:xfrm>
            <a:off x="10118400" y="2605225"/>
            <a:ext cx="3536400" cy="522600"/>
          </a:xfrm>
          <a:prstGeom prst="rect">
            <a:avLst/>
          </a:prstGeom>
          <a:solidFill>
            <a:srgbClr val="FF6633"/>
          </a:solidFill>
          <a:ln>
            <a:noFill/>
          </a:ln>
        </p:spPr>
        <p:txBody>
          <a:bodyPr spcFirstLastPara="1" wrap="square" lIns="91425" tIns="137150" rIns="91425" bIns="91425" anchor="t" anchorCtr="0">
            <a:noAutofit/>
          </a:bodyPr>
          <a:lstStyle/>
          <a:p>
            <a:pPr marL="0" lvl="0" indent="0" algn="ctr" rtl="0">
              <a:spcBef>
                <a:spcPts val="0"/>
              </a:spcBef>
              <a:spcAft>
                <a:spcPts val="0"/>
              </a:spcAft>
              <a:buClr>
                <a:schemeClr val="dk1"/>
              </a:buClr>
              <a:buFont typeface="Arial"/>
              <a:buNone/>
            </a:pPr>
            <a:r>
              <a:rPr lang="en" b="1">
                <a:solidFill>
                  <a:schemeClr val="lt1"/>
                </a:solidFill>
                <a:latin typeface="Calibri"/>
                <a:ea typeface="Calibri"/>
                <a:cs typeface="Calibri"/>
                <a:sym typeface="Calibri"/>
              </a:rPr>
              <a:t>Sample “Tailored” Task Orders</a:t>
            </a:r>
            <a:endParaRPr sz="1600">
              <a:solidFill>
                <a:srgbClr val="FFFFFF"/>
              </a:solidFill>
              <a:latin typeface="Calibri"/>
              <a:ea typeface="Calibri"/>
              <a:cs typeface="Calibri"/>
              <a:sym typeface="Calibri"/>
            </a:endParaRPr>
          </a:p>
        </p:txBody>
      </p:sp>
      <p:sp>
        <p:nvSpPr>
          <p:cNvPr id="313" name="Google Shape;313;p26"/>
          <p:cNvSpPr txBox="1"/>
          <p:nvPr/>
        </p:nvSpPr>
        <p:spPr>
          <a:xfrm>
            <a:off x="10186775" y="3245975"/>
            <a:ext cx="3353400" cy="234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latin typeface="Calibri"/>
                <a:ea typeface="Calibri"/>
                <a:cs typeface="Calibri"/>
                <a:sym typeface="Calibri"/>
              </a:rPr>
              <a:t>This is some text.</a:t>
            </a:r>
            <a:endParaRPr sz="1100">
              <a:latin typeface="Calibri"/>
              <a:ea typeface="Calibri"/>
              <a:cs typeface="Calibri"/>
              <a:sym typeface="Calibri"/>
            </a:endParaRPr>
          </a:p>
        </p:txBody>
      </p:sp>
      <p:sp>
        <p:nvSpPr>
          <p:cNvPr id="314" name="Google Shape;314;p26"/>
          <p:cNvSpPr txBox="1"/>
          <p:nvPr/>
        </p:nvSpPr>
        <p:spPr>
          <a:xfrm>
            <a:off x="3767400" y="4948876"/>
            <a:ext cx="1609200" cy="17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i="1">
                <a:solidFill>
                  <a:srgbClr val="999999"/>
                </a:solidFill>
              </a:rPr>
              <a:t>MetaPhase Proprietary</a:t>
            </a:r>
            <a:endParaRPr sz="800" i="1">
              <a:solidFill>
                <a:srgbClr val="999999"/>
              </a:solidFill>
            </a:endParaRPr>
          </a:p>
        </p:txBody>
      </p:sp>
      <p:sp>
        <p:nvSpPr>
          <p:cNvPr id="315" name="Google Shape;315;p26"/>
          <p:cNvSpPr/>
          <p:nvPr/>
        </p:nvSpPr>
        <p:spPr>
          <a:xfrm rot="5400000">
            <a:off x="-2521200" y="2521200"/>
            <a:ext cx="5159100" cy="116700"/>
          </a:xfrm>
          <a:prstGeom prst="rect">
            <a:avLst/>
          </a:prstGeom>
          <a:gradFill>
            <a:gsLst>
              <a:gs pos="0">
                <a:srgbClr val="FF6633"/>
              </a:gs>
              <a:gs pos="100000">
                <a:srgbClr val="EE4442"/>
              </a:gs>
            </a:gsLst>
            <a:lin ang="0" scaled="0"/>
          </a:gra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316" name="Google Shape;316;p26"/>
          <p:cNvPicPr preferRelativeResize="0"/>
          <p:nvPr/>
        </p:nvPicPr>
        <p:blipFill>
          <a:blip r:embed="rId5">
            <a:alphaModFix/>
          </a:blip>
          <a:stretch>
            <a:fillRect/>
          </a:stretch>
        </p:blipFill>
        <p:spPr>
          <a:xfrm>
            <a:off x="7677846" y="156410"/>
            <a:ext cx="1282075" cy="249950"/>
          </a:xfrm>
          <a:prstGeom prst="rect">
            <a:avLst/>
          </a:prstGeom>
          <a:noFill/>
          <a:ln>
            <a:noFill/>
          </a:ln>
        </p:spPr>
      </p:pic>
      <p:pic>
        <p:nvPicPr>
          <p:cNvPr id="317" name="Google Shape;317;p26"/>
          <p:cNvPicPr preferRelativeResize="0"/>
          <p:nvPr/>
        </p:nvPicPr>
        <p:blipFill>
          <a:blip r:embed="rId5">
            <a:alphaModFix/>
          </a:blip>
          <a:stretch>
            <a:fillRect/>
          </a:stretch>
        </p:blipFill>
        <p:spPr>
          <a:xfrm>
            <a:off x="318221" y="4762660"/>
            <a:ext cx="1282075" cy="2499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Multipurpose">
  <p:cSld name="Blank Multipurpose">
    <p:spTree>
      <p:nvGrpSpPr>
        <p:cNvPr id="1" name="Shape 198"/>
        <p:cNvGrpSpPr/>
        <p:nvPr/>
      </p:nvGrpSpPr>
      <p:grpSpPr>
        <a:xfrm>
          <a:off x="0" y="0"/>
          <a:ext cx="0" cy="0"/>
          <a:chOff x="0" y="0"/>
          <a:chExt cx="0" cy="0"/>
        </a:xfrm>
      </p:grpSpPr>
      <p:sp>
        <p:nvSpPr>
          <p:cNvPr id="199" name="Google Shape;199;p16"/>
          <p:cNvSpPr txBox="1">
            <a:spLocks noGrp="1"/>
          </p:cNvSpPr>
          <p:nvPr>
            <p:ph type="title"/>
          </p:nvPr>
        </p:nvSpPr>
        <p:spPr>
          <a:xfrm>
            <a:off x="613713" y="338800"/>
            <a:ext cx="5391000" cy="5325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3800" b="1">
                <a:solidFill>
                  <a:srgbClr val="434343"/>
                </a:solidFill>
                <a:latin typeface="Bebas Neue"/>
                <a:ea typeface="Bebas Neue"/>
                <a:cs typeface="Bebas Neue"/>
                <a:sym typeface="Bebas Neu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title style</a:t>
            </a:r>
            <a:endParaRPr/>
          </a:p>
        </p:txBody>
      </p:sp>
      <p:sp>
        <p:nvSpPr>
          <p:cNvPr id="200" name="Google Shape;200;p16"/>
          <p:cNvSpPr txBox="1">
            <a:spLocks noGrp="1"/>
          </p:cNvSpPr>
          <p:nvPr>
            <p:ph type="subTitle" idx="1"/>
          </p:nvPr>
        </p:nvSpPr>
        <p:spPr>
          <a:xfrm>
            <a:off x="613713" y="883850"/>
            <a:ext cx="4447500" cy="3786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2100" b="1">
                <a:solidFill>
                  <a:srgbClr val="FF6633"/>
                </a:solidFill>
                <a:latin typeface="Bebas Neue"/>
                <a:ea typeface="Bebas Neue"/>
                <a:cs typeface="Bebas Neue"/>
                <a:sym typeface="Bebas Neu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subtitle style</a:t>
            </a:r>
            <a:endParaRPr/>
          </a:p>
        </p:txBody>
      </p:sp>
      <p:pic>
        <p:nvPicPr>
          <p:cNvPr id="201" name="Google Shape;201;p16"/>
          <p:cNvPicPr preferRelativeResize="0"/>
          <p:nvPr/>
        </p:nvPicPr>
        <p:blipFill>
          <a:blip r:embed="rId2">
            <a:alphaModFix/>
          </a:blip>
          <a:stretch>
            <a:fillRect/>
          </a:stretch>
        </p:blipFill>
        <p:spPr>
          <a:xfrm>
            <a:off x="8684413" y="4884525"/>
            <a:ext cx="459581" cy="261938"/>
          </a:xfrm>
          <a:prstGeom prst="rect">
            <a:avLst/>
          </a:prstGeom>
          <a:noFill/>
          <a:ln>
            <a:noFill/>
          </a:ln>
        </p:spPr>
      </p:pic>
      <p:sp>
        <p:nvSpPr>
          <p:cNvPr id="202" name="Google Shape;202;p16"/>
          <p:cNvSpPr txBox="1">
            <a:spLocks noGrp="1"/>
          </p:cNvSpPr>
          <p:nvPr>
            <p:ph type="sldNum" idx="12"/>
          </p:nvPr>
        </p:nvSpPr>
        <p:spPr>
          <a:xfrm>
            <a:off x="8801400" y="4941080"/>
            <a:ext cx="342600" cy="172200"/>
          </a:xfrm>
          <a:prstGeom prst="rect">
            <a:avLst/>
          </a:prstGeom>
          <a:noFill/>
          <a:ln>
            <a:noFill/>
          </a:ln>
        </p:spPr>
        <p:txBody>
          <a:bodyPr spcFirstLastPara="1" wrap="square" lIns="0" tIns="0" rIns="0" bIns="0" anchor="b" anchorCtr="0">
            <a:noAutofit/>
          </a:bodyPr>
          <a:lstStyle>
            <a:lvl1pPr lvl="0" algn="ctr" rtl="0">
              <a:buNone/>
              <a:defRPr>
                <a:solidFill>
                  <a:srgbClr val="FFFFFF"/>
                </a:solidFill>
                <a:latin typeface="Calibri"/>
                <a:ea typeface="Calibri"/>
                <a:cs typeface="Calibri"/>
                <a:sym typeface="Calibri"/>
              </a:defRPr>
            </a:lvl1pPr>
            <a:lvl2pPr lvl="1" algn="ctr" rtl="0">
              <a:buNone/>
              <a:defRPr>
                <a:solidFill>
                  <a:srgbClr val="FFFFFF"/>
                </a:solidFill>
                <a:latin typeface="Calibri"/>
                <a:ea typeface="Calibri"/>
                <a:cs typeface="Calibri"/>
                <a:sym typeface="Calibri"/>
              </a:defRPr>
            </a:lvl2pPr>
            <a:lvl3pPr lvl="2" algn="ctr" rtl="0">
              <a:buNone/>
              <a:defRPr>
                <a:solidFill>
                  <a:srgbClr val="FFFFFF"/>
                </a:solidFill>
                <a:latin typeface="Calibri"/>
                <a:ea typeface="Calibri"/>
                <a:cs typeface="Calibri"/>
                <a:sym typeface="Calibri"/>
              </a:defRPr>
            </a:lvl3pPr>
            <a:lvl4pPr lvl="3" algn="ctr" rtl="0">
              <a:buNone/>
              <a:defRPr>
                <a:solidFill>
                  <a:srgbClr val="FFFFFF"/>
                </a:solidFill>
                <a:latin typeface="Calibri"/>
                <a:ea typeface="Calibri"/>
                <a:cs typeface="Calibri"/>
                <a:sym typeface="Calibri"/>
              </a:defRPr>
            </a:lvl4pPr>
            <a:lvl5pPr lvl="4" algn="ctr" rtl="0">
              <a:buNone/>
              <a:defRPr>
                <a:solidFill>
                  <a:srgbClr val="FFFFFF"/>
                </a:solidFill>
                <a:latin typeface="Calibri"/>
                <a:ea typeface="Calibri"/>
                <a:cs typeface="Calibri"/>
                <a:sym typeface="Calibri"/>
              </a:defRPr>
            </a:lvl5pPr>
            <a:lvl6pPr lvl="5" algn="ctr" rtl="0">
              <a:buNone/>
              <a:defRPr>
                <a:solidFill>
                  <a:srgbClr val="FFFFFF"/>
                </a:solidFill>
                <a:latin typeface="Calibri"/>
                <a:ea typeface="Calibri"/>
                <a:cs typeface="Calibri"/>
                <a:sym typeface="Calibri"/>
              </a:defRPr>
            </a:lvl6pPr>
            <a:lvl7pPr lvl="6" algn="ctr" rtl="0">
              <a:buNone/>
              <a:defRPr>
                <a:solidFill>
                  <a:srgbClr val="FFFFFF"/>
                </a:solidFill>
                <a:latin typeface="Calibri"/>
                <a:ea typeface="Calibri"/>
                <a:cs typeface="Calibri"/>
                <a:sym typeface="Calibri"/>
              </a:defRPr>
            </a:lvl7pPr>
            <a:lvl8pPr lvl="7" algn="ctr" rtl="0">
              <a:buNone/>
              <a:defRPr>
                <a:solidFill>
                  <a:srgbClr val="FFFFFF"/>
                </a:solidFill>
                <a:latin typeface="Calibri"/>
                <a:ea typeface="Calibri"/>
                <a:cs typeface="Calibri"/>
                <a:sym typeface="Calibri"/>
              </a:defRPr>
            </a:lvl8pPr>
            <a:lvl9pPr lvl="8" algn="ctr" rtl="0">
              <a:buNone/>
              <a:defRPr>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
              <a:t>‹#›</a:t>
            </a:fld>
            <a:endParaRPr/>
          </a:p>
        </p:txBody>
      </p:sp>
      <p:sp>
        <p:nvSpPr>
          <p:cNvPr id="203" name="Google Shape;203;p16"/>
          <p:cNvSpPr/>
          <p:nvPr/>
        </p:nvSpPr>
        <p:spPr>
          <a:xfrm rot="5400000">
            <a:off x="-2521200" y="2521200"/>
            <a:ext cx="5159100" cy="116700"/>
          </a:xfrm>
          <a:prstGeom prst="rect">
            <a:avLst/>
          </a:prstGeom>
          <a:gradFill>
            <a:gsLst>
              <a:gs pos="0">
                <a:srgbClr val="FF6633"/>
              </a:gs>
              <a:gs pos="100000">
                <a:srgbClr val="EE4442"/>
              </a:gs>
            </a:gsLst>
            <a:lin ang="0" scaled="0"/>
          </a:gra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4" name="Google Shape;204;p16"/>
          <p:cNvSpPr txBox="1">
            <a:spLocks noGrp="1"/>
          </p:cNvSpPr>
          <p:nvPr>
            <p:ph type="subTitle" idx="2"/>
          </p:nvPr>
        </p:nvSpPr>
        <p:spPr>
          <a:xfrm>
            <a:off x="3827750" y="413163"/>
            <a:ext cx="4952100" cy="718200"/>
          </a:xfrm>
          <a:prstGeom prst="rect">
            <a:avLst/>
          </a:prstGeom>
          <a:noFill/>
          <a:ln>
            <a:noFill/>
          </a:ln>
        </p:spPr>
        <p:txBody>
          <a:bodyPr spcFirstLastPara="1" wrap="square" lIns="0" tIns="0" rIns="0" bIns="0" anchor="t" anchorCtr="0">
            <a:noAutofit/>
          </a:bodyPr>
          <a:lstStyle>
            <a:lvl1pPr lvl="0" rtl="0">
              <a:spcBef>
                <a:spcPts val="0"/>
              </a:spcBef>
              <a:spcAft>
                <a:spcPts val="0"/>
              </a:spcAft>
              <a:buNone/>
              <a:defRPr sz="1200">
                <a:latin typeface="Calibri"/>
                <a:ea typeface="Calibri"/>
                <a:cs typeface="Calibri"/>
                <a:sym typeface="Calibri"/>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subtitle style</a:t>
            </a:r>
            <a:endParaRPr/>
          </a:p>
        </p:txBody>
      </p:sp>
      <p:sp>
        <p:nvSpPr>
          <p:cNvPr id="205" name="Google Shape;205;p16"/>
          <p:cNvSpPr txBox="1"/>
          <p:nvPr/>
        </p:nvSpPr>
        <p:spPr>
          <a:xfrm>
            <a:off x="3767400" y="4948876"/>
            <a:ext cx="1609200" cy="17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i="1">
                <a:solidFill>
                  <a:srgbClr val="999999"/>
                </a:solidFill>
              </a:rPr>
              <a:t>MetaPhase Proprietary</a:t>
            </a:r>
            <a:endParaRPr sz="800" i="1">
              <a:solidFill>
                <a:srgbClr val="999999"/>
              </a:solidFill>
            </a:endParaRPr>
          </a:p>
        </p:txBody>
      </p:sp>
    </p:spTree>
    <p:extLst>
      <p:ext uri="{BB962C8B-B14F-4D97-AF65-F5344CB8AC3E}">
        <p14:creationId xmlns:p14="http://schemas.microsoft.com/office/powerpoint/2010/main" val="2392071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54" r:id="rId2"/>
    <p:sldLayoutId id="2147483656" r:id="rId3"/>
    <p:sldLayoutId id="2147483658" r:id="rId4"/>
    <p:sldLayoutId id="2147483660" r:id="rId5"/>
    <p:sldLayoutId id="2147483661" r:id="rId6"/>
    <p:sldLayoutId id="2147483665" r:id="rId7"/>
    <p:sldLayoutId id="2147483666" r:id="rId8"/>
    <p:sldLayoutId id="2147483667" r:id="rId9"/>
    <p:sldLayoutId id="2147483668" r:id="rId10"/>
    <p:sldLayoutId id="2147483670" r:id="rId11"/>
    <p:sldLayoutId id="2147483671" r:id="rId12"/>
    <p:sldLayoutId id="2147483672" r:id="rId13"/>
    <p:sldLayoutId id="2147483674" r:id="rId14"/>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44">
          <p15:clr>
            <a:srgbClr val="EA4335"/>
          </p15:clr>
        </p15:guide>
        <p15:guide id="2" orient="horz" pos="288">
          <p15:clr>
            <a:srgbClr val="EA4335"/>
          </p15:clr>
        </p15:guide>
        <p15:guide id="3" pos="387">
          <p15:clr>
            <a:srgbClr val="EA4335"/>
          </p15:clr>
        </p15:guide>
        <p15:guide id="4" orient="horz" pos="1620">
          <p15:clr>
            <a:srgbClr val="EA4335"/>
          </p15:clr>
        </p15:guide>
        <p15:guide id="5" orient="horz" pos="720">
          <p15:clr>
            <a:srgbClr val="EA4335"/>
          </p15:clr>
        </p15:guide>
        <p15:guide id="6" orient="horz" pos="1008">
          <p15:clr>
            <a:srgbClr val="EA4335"/>
          </p15:clr>
        </p15:guide>
        <p15:guide id="7" orient="horz" pos="576">
          <p15:clr>
            <a:srgbClr val="EA4335"/>
          </p15:clr>
        </p15:guide>
        <p15:guide id="8" pos="3206">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1">
          <a:extLst>
            <a:ext uri="{FF2B5EF4-FFF2-40B4-BE49-F238E27FC236}">
              <a16:creationId xmlns:a16="http://schemas.microsoft.com/office/drawing/2014/main" id="{2A597ED4-5532-9721-F6FE-E6D3D527D0F5}"/>
            </a:ext>
          </a:extLst>
        </p:cNvPr>
        <p:cNvGrpSpPr/>
        <p:nvPr/>
      </p:nvGrpSpPr>
      <p:grpSpPr>
        <a:xfrm>
          <a:off x="0" y="0"/>
          <a:ext cx="0" cy="0"/>
          <a:chOff x="0" y="0"/>
          <a:chExt cx="0" cy="0"/>
        </a:xfrm>
      </p:grpSpPr>
      <p:sp>
        <p:nvSpPr>
          <p:cNvPr id="322" name="Google Shape;322;p27">
            <a:extLst>
              <a:ext uri="{FF2B5EF4-FFF2-40B4-BE49-F238E27FC236}">
                <a16:creationId xmlns:a16="http://schemas.microsoft.com/office/drawing/2014/main" id="{83936E5A-532D-66AA-5317-410D9CFC3857}"/>
              </a:ext>
            </a:extLst>
          </p:cNvPr>
          <p:cNvSpPr txBox="1">
            <a:spLocks noGrp="1"/>
          </p:cNvSpPr>
          <p:nvPr>
            <p:ph type="title"/>
          </p:nvPr>
        </p:nvSpPr>
        <p:spPr>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3200" dirty="0">
                <a:solidFill>
                  <a:srgbClr val="094776"/>
                </a:solidFill>
              </a:rPr>
              <a:t>Hackathon 2025</a:t>
            </a:r>
            <a:endParaRPr sz="3200" dirty="0">
              <a:solidFill>
                <a:srgbClr val="094776"/>
              </a:solidFill>
            </a:endParaRPr>
          </a:p>
        </p:txBody>
      </p:sp>
      <p:sp>
        <p:nvSpPr>
          <p:cNvPr id="324" name="Google Shape;324;p27">
            <a:extLst>
              <a:ext uri="{FF2B5EF4-FFF2-40B4-BE49-F238E27FC236}">
                <a16:creationId xmlns:a16="http://schemas.microsoft.com/office/drawing/2014/main" id="{4554CC86-D695-5E85-7022-17C2C69C849E}"/>
              </a:ext>
            </a:extLst>
          </p:cNvPr>
          <p:cNvSpPr txBox="1">
            <a:spLocks noGrp="1"/>
          </p:cNvSpPr>
          <p:nvPr>
            <p:ph type="subTitle" idx="2"/>
          </p:nvPr>
        </p:nvSpPr>
        <p:spPr>
          <a:xfrm>
            <a:off x="4827774" y="-16193"/>
            <a:ext cx="4272600" cy="453300"/>
          </a:xfrm>
          <a:prstGeom prst="rect">
            <a:avLst/>
          </a:prstGeom>
        </p:spPr>
        <p:txBody>
          <a:bodyPr spcFirstLastPara="1" wrap="square" lIns="0" tIns="0" rIns="0" bIns="0" anchor="b" anchorCtr="0">
            <a:noAutofit/>
          </a:bodyPr>
          <a:lstStyle/>
          <a:p>
            <a:pPr marL="0" lvl="0" indent="0" algn="r" rtl="0">
              <a:spcBef>
                <a:spcPts val="0"/>
              </a:spcBef>
              <a:spcAft>
                <a:spcPts val="0"/>
              </a:spcAft>
              <a:buNone/>
            </a:pPr>
            <a:r>
              <a:rPr lang="en" dirty="0">
                <a:solidFill>
                  <a:schemeClr val="tx2">
                    <a:lumMod val="50000"/>
                  </a:schemeClr>
                </a:solidFill>
              </a:rPr>
              <a:t>October 24, 2025</a:t>
            </a:r>
            <a:endParaRPr dirty="0">
              <a:solidFill>
                <a:schemeClr val="tx2">
                  <a:lumMod val="50000"/>
                </a:schemeClr>
              </a:solidFill>
            </a:endParaRPr>
          </a:p>
        </p:txBody>
      </p:sp>
      <p:sp>
        <p:nvSpPr>
          <p:cNvPr id="3" name="TextBox 2">
            <a:extLst>
              <a:ext uri="{FF2B5EF4-FFF2-40B4-BE49-F238E27FC236}">
                <a16:creationId xmlns:a16="http://schemas.microsoft.com/office/drawing/2014/main" id="{9CA285E5-1BE0-2544-F2C6-0672F629C0BE}"/>
              </a:ext>
            </a:extLst>
          </p:cNvPr>
          <p:cNvSpPr txBox="1"/>
          <p:nvPr/>
        </p:nvSpPr>
        <p:spPr>
          <a:xfrm>
            <a:off x="491691" y="3958875"/>
            <a:ext cx="5216493" cy="769441"/>
          </a:xfrm>
          <a:prstGeom prst="rect">
            <a:avLst/>
          </a:prstGeom>
          <a:noFill/>
        </p:spPr>
        <p:txBody>
          <a:bodyPr wrap="none" rtlCol="0">
            <a:spAutoFit/>
          </a:bodyPr>
          <a:lstStyle/>
          <a:p>
            <a:r>
              <a:rPr lang="en-US" sz="4400" i="1" dirty="0">
                <a:solidFill>
                  <a:schemeClr val="accent2"/>
                </a:solidFill>
                <a:highlight>
                  <a:srgbClr val="FFFF00"/>
                </a:highlight>
                <a:latin typeface="Calibri" panose="020F0502020204030204" pitchFamily="34" charset="0"/>
                <a:cs typeface="Calibri" panose="020F0502020204030204" pitchFamily="34" charset="0"/>
              </a:rPr>
              <a:t>[INSERT TEAM NAME]</a:t>
            </a:r>
          </a:p>
        </p:txBody>
      </p:sp>
      <p:pic>
        <p:nvPicPr>
          <p:cNvPr id="2" name="Picture 1">
            <a:extLst>
              <a:ext uri="{FF2B5EF4-FFF2-40B4-BE49-F238E27FC236}">
                <a16:creationId xmlns:a16="http://schemas.microsoft.com/office/drawing/2014/main" id="{CB42405E-DFCF-9961-526C-E57912F14A5A}"/>
              </a:ext>
            </a:extLst>
          </p:cNvPr>
          <p:cNvPicPr>
            <a:picLocks noChangeAspect="1"/>
          </p:cNvPicPr>
          <p:nvPr/>
        </p:nvPicPr>
        <p:blipFill>
          <a:blip r:embed="rId3">
            <a:duotone>
              <a:schemeClr val="accent3">
                <a:shade val="45000"/>
                <a:satMod val="135000"/>
              </a:schemeClr>
              <a:prstClr val="white"/>
            </a:duotone>
            <a:extLst>
              <a:ext uri="{BEBA8EAE-BF5A-486C-A8C5-ECC9F3942E4B}">
                <a14:imgProps xmlns:a14="http://schemas.microsoft.com/office/drawing/2010/main">
                  <a14:imgLayer r:embed="rId4">
                    <a14:imgEffect>
                      <a14:colorTemperature colorTemp="11500"/>
                    </a14:imgEffect>
                    <a14:imgEffect>
                      <a14:saturation sat="400000"/>
                    </a14:imgEffect>
                  </a14:imgLayer>
                </a14:imgProps>
              </a:ext>
            </a:extLst>
          </a:blip>
          <a:stretch>
            <a:fillRect/>
          </a:stretch>
        </p:blipFill>
        <p:spPr>
          <a:xfrm>
            <a:off x="4572000" y="415184"/>
            <a:ext cx="4383157" cy="4383157"/>
          </a:xfrm>
          <a:prstGeom prst="rect">
            <a:avLst/>
          </a:prstGeom>
        </p:spPr>
      </p:pic>
      <p:sp>
        <p:nvSpPr>
          <p:cNvPr id="4" name="TextBox 3">
            <a:extLst>
              <a:ext uri="{FF2B5EF4-FFF2-40B4-BE49-F238E27FC236}">
                <a16:creationId xmlns:a16="http://schemas.microsoft.com/office/drawing/2014/main" id="{B5249A77-4AE6-43B5-406C-61BFB060BE74}"/>
              </a:ext>
            </a:extLst>
          </p:cNvPr>
          <p:cNvSpPr txBox="1"/>
          <p:nvPr/>
        </p:nvSpPr>
        <p:spPr>
          <a:xfrm>
            <a:off x="5023358" y="2387084"/>
            <a:ext cx="3480440" cy="369332"/>
          </a:xfrm>
          <a:prstGeom prst="rect">
            <a:avLst/>
          </a:prstGeom>
          <a:noFill/>
        </p:spPr>
        <p:txBody>
          <a:bodyPr wrap="none" rtlCol="0">
            <a:spAutoFit/>
          </a:bodyPr>
          <a:lstStyle/>
          <a:p>
            <a:r>
              <a:rPr lang="en-US" sz="1800" dirty="0">
                <a:highlight>
                  <a:srgbClr val="FFFF00"/>
                </a:highlight>
              </a:rPr>
              <a:t>[REPLACE WITH TEAM LOGO]</a:t>
            </a:r>
          </a:p>
        </p:txBody>
      </p:sp>
      <p:sp>
        <p:nvSpPr>
          <p:cNvPr id="5" name="TextBox 4">
            <a:extLst>
              <a:ext uri="{FF2B5EF4-FFF2-40B4-BE49-F238E27FC236}">
                <a16:creationId xmlns:a16="http://schemas.microsoft.com/office/drawing/2014/main" id="{A5A59DEB-FC25-1F64-BE23-7692D9546CAD}"/>
              </a:ext>
            </a:extLst>
          </p:cNvPr>
          <p:cNvSpPr txBox="1"/>
          <p:nvPr/>
        </p:nvSpPr>
        <p:spPr>
          <a:xfrm>
            <a:off x="467139" y="1381539"/>
            <a:ext cx="3260035" cy="954107"/>
          </a:xfrm>
          <a:prstGeom prst="rect">
            <a:avLst/>
          </a:prstGeom>
          <a:noFill/>
        </p:spPr>
        <p:txBody>
          <a:bodyPr wrap="square" rtlCol="0">
            <a:spAutoFit/>
          </a:bodyPr>
          <a:lstStyle/>
          <a:p>
            <a:r>
              <a:rPr lang="en-US" dirty="0">
                <a:highlight>
                  <a:srgbClr val="FFFF00"/>
                </a:highlight>
              </a:rPr>
              <a:t>[INSTRUCTIONS: REPLACE ALL HIGHLIGHTED TEXT AND THEN REMOVE HIGHLIGHTS AND DELETE THIS TEXT]</a:t>
            </a:r>
          </a:p>
        </p:txBody>
      </p:sp>
    </p:spTree>
    <p:extLst>
      <p:ext uri="{BB962C8B-B14F-4D97-AF65-F5344CB8AC3E}">
        <p14:creationId xmlns:p14="http://schemas.microsoft.com/office/powerpoint/2010/main" val="36117534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6B2F3-332C-23E8-3CF3-195944D40889}"/>
              </a:ext>
            </a:extLst>
          </p:cNvPr>
          <p:cNvSpPr>
            <a:spLocks noGrp="1"/>
          </p:cNvSpPr>
          <p:nvPr>
            <p:ph type="title"/>
          </p:nvPr>
        </p:nvSpPr>
        <p:spPr/>
        <p:txBody>
          <a:bodyPr/>
          <a:lstStyle/>
          <a:p>
            <a:r>
              <a:rPr lang="en-US" dirty="0"/>
              <a:t>Agenda</a:t>
            </a:r>
          </a:p>
        </p:txBody>
      </p:sp>
      <p:sp>
        <p:nvSpPr>
          <p:cNvPr id="4" name="Slide Number Placeholder 3">
            <a:extLst>
              <a:ext uri="{FF2B5EF4-FFF2-40B4-BE49-F238E27FC236}">
                <a16:creationId xmlns:a16="http://schemas.microsoft.com/office/drawing/2014/main" id="{49688F79-7E3C-30E5-AEB9-82526635812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2</a:t>
            </a:fld>
            <a:endParaRPr lang="en"/>
          </a:p>
        </p:txBody>
      </p:sp>
      <p:sp>
        <p:nvSpPr>
          <p:cNvPr id="5" name="TextBox 4">
            <a:extLst>
              <a:ext uri="{FF2B5EF4-FFF2-40B4-BE49-F238E27FC236}">
                <a16:creationId xmlns:a16="http://schemas.microsoft.com/office/drawing/2014/main" id="{B1BE36E0-08F5-39B5-A3F6-4CCA271C7762}"/>
              </a:ext>
            </a:extLst>
          </p:cNvPr>
          <p:cNvSpPr txBox="1"/>
          <p:nvPr/>
        </p:nvSpPr>
        <p:spPr>
          <a:xfrm>
            <a:off x="613713" y="1171366"/>
            <a:ext cx="8411017" cy="3447098"/>
          </a:xfrm>
          <a:prstGeom prst="rect">
            <a:avLst/>
          </a:prstGeom>
          <a:noFill/>
        </p:spPr>
        <p:txBody>
          <a:bodyPr wrap="square" rtlCol="0">
            <a:spAutoFit/>
          </a:bodyPr>
          <a:lstStyle/>
          <a:p>
            <a:pPr marL="285750" indent="-285750" fontAlgn="base">
              <a:spcBef>
                <a:spcPts val="1000"/>
              </a:spcBef>
              <a:spcAft>
                <a:spcPts val="600"/>
              </a:spcAft>
              <a:buFont typeface="Arial" panose="020B0604020202020204" pitchFamily="34" charset="0"/>
              <a:buChar char="•"/>
            </a:pPr>
            <a:r>
              <a:rPr lang="en-US" sz="2000" b="1" dirty="0">
                <a:latin typeface="Calibri" panose="020F0502020204030204" pitchFamily="34" charset="0"/>
                <a:cs typeface="Calibri" panose="020F0502020204030204" pitchFamily="34" charset="0"/>
              </a:rPr>
              <a:t>Team: </a:t>
            </a:r>
            <a:r>
              <a:rPr lang="en-US" sz="1600" dirty="0">
                <a:latin typeface="Calibri" panose="020F0502020204030204" pitchFamily="34" charset="0"/>
                <a:cs typeface="Calibri" panose="020F0502020204030204" pitchFamily="34" charset="0"/>
              </a:rPr>
              <a:t>Introduces team members, roles, and mentor, highlighting collaboration and expertise.</a:t>
            </a:r>
          </a:p>
          <a:p>
            <a:pPr marL="285750" indent="-285750" fontAlgn="base">
              <a:spcBef>
                <a:spcPts val="1000"/>
              </a:spcBef>
              <a:spcAft>
                <a:spcPts val="600"/>
              </a:spcAft>
              <a:buFont typeface="Arial" panose="020B0604020202020204" pitchFamily="34" charset="0"/>
              <a:buChar char="•"/>
            </a:pPr>
            <a:r>
              <a:rPr lang="en-US" sz="2000" b="1" dirty="0">
                <a:latin typeface="Calibri" panose="020F0502020204030204" pitchFamily="34" charset="0"/>
                <a:cs typeface="Calibri" panose="020F0502020204030204" pitchFamily="34" charset="0"/>
              </a:rPr>
              <a:t>Mission: </a:t>
            </a:r>
            <a:r>
              <a:rPr lang="en-US" sz="1600" dirty="0">
                <a:latin typeface="Calibri" panose="020F0502020204030204" pitchFamily="34" charset="0"/>
                <a:cs typeface="Calibri" panose="020F0502020204030204" pitchFamily="34" charset="0"/>
              </a:rPr>
              <a:t>Defines the project’s mission and purpose, explaining its intended impact and value.</a:t>
            </a:r>
            <a:endParaRPr lang="en-US" sz="1800" b="1" dirty="0">
              <a:latin typeface="Calibri" panose="020F0502020204030204" pitchFamily="34" charset="0"/>
              <a:cs typeface="Calibri" panose="020F0502020204030204" pitchFamily="34" charset="0"/>
            </a:endParaRPr>
          </a:p>
          <a:p>
            <a:pPr marL="285750" indent="-285750" fontAlgn="base">
              <a:spcBef>
                <a:spcPts val="1000"/>
              </a:spcBef>
              <a:spcAft>
                <a:spcPts val="600"/>
              </a:spcAft>
              <a:buFont typeface="Arial" panose="020B0604020202020204" pitchFamily="34" charset="0"/>
              <a:buChar char="•"/>
            </a:pPr>
            <a:r>
              <a:rPr lang="en-US" sz="2000" b="1" dirty="0">
                <a:latin typeface="Calibri" panose="020F0502020204030204" pitchFamily="34" charset="0"/>
                <a:cs typeface="Calibri" panose="020F0502020204030204" pitchFamily="34" charset="0"/>
              </a:rPr>
              <a:t>Technology: </a:t>
            </a:r>
            <a:r>
              <a:rPr lang="en-US" sz="1600" dirty="0">
                <a:latin typeface="Calibri" panose="020F0502020204030204" pitchFamily="34" charset="0"/>
                <a:cs typeface="Calibri" panose="020F0502020204030204" pitchFamily="34" charset="0"/>
              </a:rPr>
              <a:t>Outlines tools, frameworks, APIs, and AI used to build and deploy the solution.</a:t>
            </a:r>
            <a:endParaRPr lang="en-US" sz="1800" b="1" dirty="0">
              <a:latin typeface="Calibri" panose="020F0502020204030204" pitchFamily="34" charset="0"/>
              <a:cs typeface="Calibri" panose="020F0502020204030204" pitchFamily="34" charset="0"/>
            </a:endParaRPr>
          </a:p>
          <a:p>
            <a:pPr marL="285750" indent="-285750" fontAlgn="base">
              <a:spcBef>
                <a:spcPts val="1000"/>
              </a:spcBef>
              <a:spcAft>
                <a:spcPts val="600"/>
              </a:spcAft>
              <a:buFont typeface="Arial" panose="020B0604020202020204" pitchFamily="34" charset="0"/>
              <a:buChar char="•"/>
            </a:pPr>
            <a:r>
              <a:rPr lang="en-US" sz="2000" b="1" dirty="0">
                <a:latin typeface="Calibri" panose="020F0502020204030204" pitchFamily="34" charset="0"/>
                <a:cs typeface="Calibri" panose="020F0502020204030204" pitchFamily="34" charset="0"/>
              </a:rPr>
              <a:t>Process: </a:t>
            </a:r>
            <a:r>
              <a:rPr lang="en-US" sz="1600" dirty="0">
                <a:latin typeface="Calibri" panose="020F0502020204030204" pitchFamily="34" charset="0"/>
                <a:cs typeface="Calibri" panose="020F0502020204030204" pitchFamily="34" charset="0"/>
              </a:rPr>
              <a:t>Summarizes the workflow and methods used to manage tasks and collaboration.</a:t>
            </a:r>
            <a:endParaRPr lang="en-US" sz="1800" b="1" dirty="0">
              <a:latin typeface="Calibri" panose="020F0502020204030204" pitchFamily="34" charset="0"/>
              <a:cs typeface="Calibri" panose="020F0502020204030204" pitchFamily="34" charset="0"/>
            </a:endParaRPr>
          </a:p>
          <a:p>
            <a:pPr marL="285750" indent="-285750" fontAlgn="base">
              <a:spcBef>
                <a:spcPts val="1000"/>
              </a:spcBef>
              <a:spcAft>
                <a:spcPts val="600"/>
              </a:spcAft>
              <a:buFont typeface="Arial" panose="020B0604020202020204" pitchFamily="34" charset="0"/>
              <a:buChar char="•"/>
            </a:pPr>
            <a:r>
              <a:rPr lang="en-US" sz="2000" b="1" dirty="0">
                <a:latin typeface="Calibri" panose="020F0502020204030204" pitchFamily="34" charset="0"/>
                <a:cs typeface="Calibri" panose="020F0502020204030204" pitchFamily="34" charset="0"/>
              </a:rPr>
              <a:t>Past Performance: </a:t>
            </a:r>
            <a:r>
              <a:rPr lang="en-US" sz="1600" dirty="0">
                <a:latin typeface="Calibri" panose="020F0502020204030204" pitchFamily="34" charset="0"/>
                <a:cs typeface="Calibri" panose="020F0502020204030204" pitchFamily="34" charset="0"/>
              </a:rPr>
              <a:t>Connects project to prior work, reusable assets, and lessons learned.</a:t>
            </a:r>
          </a:p>
          <a:p>
            <a:pPr marL="285750" indent="-285750" fontAlgn="base">
              <a:spcBef>
                <a:spcPts val="1000"/>
              </a:spcBef>
              <a:spcAft>
                <a:spcPts val="600"/>
              </a:spcAft>
              <a:buFont typeface="Arial" panose="020B0604020202020204" pitchFamily="34" charset="0"/>
              <a:buChar char="•"/>
            </a:pPr>
            <a:r>
              <a:rPr lang="en-US" sz="2000" b="1" dirty="0">
                <a:latin typeface="Calibri" panose="020F0502020204030204" pitchFamily="34" charset="0"/>
                <a:cs typeface="Calibri" panose="020F0502020204030204" pitchFamily="34" charset="0"/>
              </a:rPr>
              <a:t>Demonstration: </a:t>
            </a:r>
            <a:r>
              <a:rPr lang="en-US" sz="1600" dirty="0">
                <a:latin typeface="Calibri" panose="020F0502020204030204" pitchFamily="34" charset="0"/>
                <a:cs typeface="Calibri" panose="020F0502020204030204" pitchFamily="34" charset="0"/>
              </a:rPr>
              <a:t>Shows the working product in action, highlighting features and innovation.</a:t>
            </a:r>
          </a:p>
          <a:p>
            <a:pPr marL="285750" indent="-285750" fontAlgn="base">
              <a:spcBef>
                <a:spcPts val="1000"/>
              </a:spcBef>
              <a:spcAft>
                <a:spcPts val="600"/>
              </a:spcAft>
              <a:buFont typeface="Arial" panose="020B0604020202020204" pitchFamily="34" charset="0"/>
              <a:buChar char="•"/>
            </a:pPr>
            <a:r>
              <a:rPr lang="en-US" sz="2000" b="1" dirty="0">
                <a:latin typeface="Calibri" panose="020F0502020204030204" pitchFamily="34" charset="0"/>
                <a:cs typeface="Calibri" panose="020F0502020204030204" pitchFamily="34" charset="0"/>
              </a:rPr>
              <a:t>Checklist: </a:t>
            </a:r>
            <a:r>
              <a:rPr lang="en-US" sz="1600" dirty="0">
                <a:latin typeface="Calibri" panose="020F0502020204030204" pitchFamily="34" charset="0"/>
                <a:cs typeface="Calibri" panose="020F0502020204030204" pitchFamily="34" charset="0"/>
              </a:rPr>
              <a:t>Summarizes the completed requirements and deliverables, emphasizing results.</a:t>
            </a:r>
          </a:p>
        </p:txBody>
      </p:sp>
    </p:spTree>
    <p:extLst>
      <p:ext uri="{BB962C8B-B14F-4D97-AF65-F5344CB8AC3E}">
        <p14:creationId xmlns:p14="http://schemas.microsoft.com/office/powerpoint/2010/main" val="2479320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43C4F-0E22-4432-46E1-9168D7B6F6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973261-8654-585A-9B20-C5CF6ED8A79C}"/>
              </a:ext>
            </a:extLst>
          </p:cNvPr>
          <p:cNvSpPr>
            <a:spLocks noGrp="1"/>
          </p:cNvSpPr>
          <p:nvPr>
            <p:ph type="title"/>
          </p:nvPr>
        </p:nvSpPr>
        <p:spPr/>
        <p:txBody>
          <a:bodyPr/>
          <a:lstStyle/>
          <a:p>
            <a:r>
              <a:rPr lang="en-US" dirty="0"/>
              <a:t>Team</a:t>
            </a:r>
          </a:p>
        </p:txBody>
      </p:sp>
      <p:sp>
        <p:nvSpPr>
          <p:cNvPr id="4" name="Slide Number Placeholder 3">
            <a:extLst>
              <a:ext uri="{FF2B5EF4-FFF2-40B4-BE49-F238E27FC236}">
                <a16:creationId xmlns:a16="http://schemas.microsoft.com/office/drawing/2014/main" id="{12CB98AF-E6FF-AEC9-8701-344BCAFFD0F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3</a:t>
            </a:fld>
            <a:endParaRPr lang="en"/>
          </a:p>
        </p:txBody>
      </p:sp>
      <p:sp>
        <p:nvSpPr>
          <p:cNvPr id="5" name="TextBox 4">
            <a:extLst>
              <a:ext uri="{FF2B5EF4-FFF2-40B4-BE49-F238E27FC236}">
                <a16:creationId xmlns:a16="http://schemas.microsoft.com/office/drawing/2014/main" id="{9C0E19F3-2BBE-E003-E6B7-D1C09399EF59}"/>
              </a:ext>
            </a:extLst>
          </p:cNvPr>
          <p:cNvSpPr txBox="1"/>
          <p:nvPr/>
        </p:nvSpPr>
        <p:spPr>
          <a:xfrm>
            <a:off x="613714" y="1171366"/>
            <a:ext cx="4316096" cy="1631216"/>
          </a:xfrm>
          <a:prstGeom prst="rect">
            <a:avLst/>
          </a:prstGeom>
          <a:noFill/>
        </p:spPr>
        <p:txBody>
          <a:bodyPr wrap="square" rtlCol="0">
            <a:spAutoFit/>
          </a:bodyPr>
          <a:lstStyle/>
          <a:p>
            <a:pPr fontAlgn="base">
              <a:spcBef>
                <a:spcPts val="1000"/>
              </a:spcBef>
              <a:spcAft>
                <a:spcPts val="600"/>
              </a:spcAft>
            </a:pPr>
            <a:r>
              <a:rPr lang="en-US" sz="1800" b="1" dirty="0">
                <a:highlight>
                  <a:srgbClr val="FFFF00"/>
                </a:highlight>
                <a:latin typeface="Calibri" panose="020F0502020204030204" pitchFamily="34" charset="0"/>
                <a:cs typeface="Calibri" panose="020F0502020204030204" pitchFamily="34" charset="0"/>
              </a:rPr>
              <a:t>[TEAM NAME]</a:t>
            </a:r>
          </a:p>
          <a:p>
            <a:pPr marL="285750" indent="-285750" fontAlgn="base">
              <a:spcBef>
                <a:spcPts val="1000"/>
              </a:spcBef>
              <a:spcAft>
                <a:spcPts val="600"/>
              </a:spcAft>
              <a:buFont typeface="Arial" panose="020B0604020202020204" pitchFamily="34" charset="0"/>
              <a:buChar char="•"/>
            </a:pPr>
            <a:r>
              <a:rPr lang="en-US" b="1" dirty="0">
                <a:highlight>
                  <a:srgbClr val="FFFF00"/>
                </a:highlight>
                <a:latin typeface="Calibri" panose="020F0502020204030204" pitchFamily="34" charset="0"/>
                <a:cs typeface="Calibri" panose="020F0502020204030204" pitchFamily="34" charset="0"/>
              </a:rPr>
              <a:t>[TEAM MEMBER NAMES, ROLES]</a:t>
            </a:r>
          </a:p>
          <a:p>
            <a:pPr marL="285750" indent="-285750" fontAlgn="base">
              <a:spcBef>
                <a:spcPts val="1000"/>
              </a:spcBef>
              <a:spcAft>
                <a:spcPts val="600"/>
              </a:spcAft>
              <a:buFont typeface="Arial" panose="020B0604020202020204" pitchFamily="34" charset="0"/>
              <a:buChar char="•"/>
            </a:pPr>
            <a:r>
              <a:rPr lang="en-US" b="1" dirty="0">
                <a:highlight>
                  <a:srgbClr val="FFFF00"/>
                </a:highlight>
                <a:latin typeface="Calibri" panose="020F0502020204030204" pitchFamily="34" charset="0"/>
                <a:cs typeface="Calibri" panose="020F0502020204030204" pitchFamily="34" charset="0"/>
              </a:rPr>
              <a:t>[TEAM MEMBER NAMES, ROLES]</a:t>
            </a:r>
            <a:endParaRPr lang="en-US" dirty="0">
              <a:highlight>
                <a:srgbClr val="FFFF00"/>
              </a:highlight>
              <a:latin typeface="Calibri" panose="020F0502020204030204" pitchFamily="34" charset="0"/>
              <a:cs typeface="Calibri" panose="020F0502020204030204" pitchFamily="34" charset="0"/>
            </a:endParaRPr>
          </a:p>
          <a:p>
            <a:pPr marL="285750" indent="-285750" fontAlgn="base">
              <a:spcBef>
                <a:spcPts val="1000"/>
              </a:spcBef>
              <a:spcAft>
                <a:spcPts val="600"/>
              </a:spcAft>
              <a:buFont typeface="Arial" panose="020B0604020202020204" pitchFamily="34" charset="0"/>
              <a:buChar char="•"/>
            </a:pPr>
            <a:r>
              <a:rPr lang="en-US" b="1" dirty="0">
                <a:highlight>
                  <a:srgbClr val="FFFF00"/>
                </a:highlight>
                <a:latin typeface="Calibri" panose="020F0502020204030204" pitchFamily="34" charset="0"/>
                <a:cs typeface="Calibri" panose="020F0502020204030204" pitchFamily="34" charset="0"/>
              </a:rPr>
              <a:t>[TEAM MEMBER NAMES, ROLES]</a:t>
            </a:r>
            <a:endParaRPr lang="en-US" dirty="0">
              <a:highlight>
                <a:srgbClr val="FFFF00"/>
              </a:highlight>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87D31FBC-0FC3-3C71-1173-75E9099A4CA3}"/>
              </a:ext>
            </a:extLst>
          </p:cNvPr>
          <p:cNvSpPr/>
          <p:nvPr/>
        </p:nvSpPr>
        <p:spPr>
          <a:xfrm>
            <a:off x="5317435" y="1282148"/>
            <a:ext cx="3409122" cy="2743200"/>
          </a:xfrm>
          <a:prstGeom prst="rect">
            <a:avLst/>
          </a:prstGeom>
          <a:solidFill>
            <a:schemeClr val="accent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70CEF3E-3EDF-EAD7-612A-FC95E573C292}"/>
              </a:ext>
            </a:extLst>
          </p:cNvPr>
          <p:cNvSpPr txBox="1"/>
          <p:nvPr/>
        </p:nvSpPr>
        <p:spPr>
          <a:xfrm>
            <a:off x="6004713" y="1986974"/>
            <a:ext cx="2000869" cy="307777"/>
          </a:xfrm>
          <a:prstGeom prst="rect">
            <a:avLst/>
          </a:prstGeom>
          <a:noFill/>
        </p:spPr>
        <p:txBody>
          <a:bodyPr wrap="none" rtlCol="0">
            <a:spAutoFit/>
          </a:bodyPr>
          <a:lstStyle/>
          <a:p>
            <a:r>
              <a:rPr lang="en-US" b="1" dirty="0">
                <a:highlight>
                  <a:srgbClr val="FFFF00"/>
                </a:highlight>
                <a:latin typeface="Calibri" panose="020F0502020204030204" pitchFamily="34" charset="0"/>
                <a:cs typeface="Calibri" panose="020F0502020204030204" pitchFamily="34" charset="0"/>
              </a:rPr>
              <a:t>[INSERT GROUP PHOTO]</a:t>
            </a:r>
          </a:p>
        </p:txBody>
      </p:sp>
    </p:spTree>
    <p:extLst>
      <p:ext uri="{BB962C8B-B14F-4D97-AF65-F5344CB8AC3E}">
        <p14:creationId xmlns:p14="http://schemas.microsoft.com/office/powerpoint/2010/main" val="3164498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6E84C-7BAE-E5B9-72EB-D8FB66D0F8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182D46-58D8-D9E6-4257-38C725A0F8CE}"/>
              </a:ext>
            </a:extLst>
          </p:cNvPr>
          <p:cNvSpPr>
            <a:spLocks noGrp="1"/>
          </p:cNvSpPr>
          <p:nvPr>
            <p:ph type="title"/>
          </p:nvPr>
        </p:nvSpPr>
        <p:spPr/>
        <p:txBody>
          <a:bodyPr/>
          <a:lstStyle/>
          <a:p>
            <a:r>
              <a:rPr lang="en-US" dirty="0"/>
              <a:t>Mission</a:t>
            </a:r>
          </a:p>
        </p:txBody>
      </p:sp>
      <p:sp>
        <p:nvSpPr>
          <p:cNvPr id="4" name="Slide Number Placeholder 3">
            <a:extLst>
              <a:ext uri="{FF2B5EF4-FFF2-40B4-BE49-F238E27FC236}">
                <a16:creationId xmlns:a16="http://schemas.microsoft.com/office/drawing/2014/main" id="{0F948756-2D71-2052-21D4-E00981A9030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4</a:t>
            </a:fld>
            <a:endParaRPr lang="en"/>
          </a:p>
        </p:txBody>
      </p:sp>
      <p:sp>
        <p:nvSpPr>
          <p:cNvPr id="5" name="TextBox 4">
            <a:extLst>
              <a:ext uri="{FF2B5EF4-FFF2-40B4-BE49-F238E27FC236}">
                <a16:creationId xmlns:a16="http://schemas.microsoft.com/office/drawing/2014/main" id="{5E424E10-51AB-C223-870F-9004195AD458}"/>
              </a:ext>
            </a:extLst>
          </p:cNvPr>
          <p:cNvSpPr txBox="1"/>
          <p:nvPr/>
        </p:nvSpPr>
        <p:spPr>
          <a:xfrm>
            <a:off x="613713" y="1171366"/>
            <a:ext cx="4077557" cy="2298065"/>
          </a:xfrm>
          <a:prstGeom prst="rect">
            <a:avLst/>
          </a:prstGeom>
          <a:noFill/>
        </p:spPr>
        <p:txBody>
          <a:bodyPr wrap="square" rtlCol="0">
            <a:spAutoFit/>
          </a:bodyPr>
          <a:lstStyle/>
          <a:p>
            <a:pPr fontAlgn="base">
              <a:spcBef>
                <a:spcPts val="1000"/>
              </a:spcBef>
              <a:spcAft>
                <a:spcPts val="600"/>
              </a:spcAft>
            </a:pPr>
            <a:r>
              <a:rPr lang="en-US" sz="1800" b="1" dirty="0">
                <a:highlight>
                  <a:srgbClr val="FFFF00"/>
                </a:highlight>
                <a:latin typeface="Calibri" panose="020F0502020204030204" pitchFamily="34" charset="0"/>
                <a:cs typeface="Calibri" panose="020F0502020204030204" pitchFamily="34" charset="0"/>
              </a:rPr>
              <a:t>[PROJECT MISSION STATEMENT]</a:t>
            </a:r>
          </a:p>
          <a:p>
            <a:pPr fontAlgn="base">
              <a:spcBef>
                <a:spcPts val="1000"/>
              </a:spcBef>
              <a:spcAft>
                <a:spcPts val="600"/>
              </a:spcAft>
            </a:pPr>
            <a:endParaRPr lang="en-US" sz="1800" b="1" dirty="0">
              <a:latin typeface="Calibri" panose="020F0502020204030204" pitchFamily="34" charset="0"/>
              <a:cs typeface="Calibri" panose="020F0502020204030204" pitchFamily="34" charset="0"/>
            </a:endParaRPr>
          </a:p>
          <a:p>
            <a:pPr fontAlgn="base">
              <a:spcBef>
                <a:spcPts val="1000"/>
              </a:spcBef>
              <a:spcAft>
                <a:spcPts val="600"/>
              </a:spcAft>
            </a:pPr>
            <a:r>
              <a:rPr lang="en-US" sz="1800" b="1" dirty="0">
                <a:highlight>
                  <a:srgbClr val="FFFF00"/>
                </a:highlight>
                <a:latin typeface="Calibri" panose="020F0502020204030204" pitchFamily="34" charset="0"/>
                <a:cs typeface="Calibri" panose="020F0502020204030204" pitchFamily="34" charset="0"/>
              </a:rPr>
              <a:t>[PROBLEM OR NEED ADDRESSED]</a:t>
            </a:r>
          </a:p>
          <a:p>
            <a:pPr fontAlgn="base">
              <a:spcBef>
                <a:spcPts val="1000"/>
              </a:spcBef>
              <a:spcAft>
                <a:spcPts val="600"/>
              </a:spcAft>
            </a:pPr>
            <a:endParaRPr lang="en-US" sz="1800" b="1" dirty="0">
              <a:latin typeface="Calibri" panose="020F0502020204030204" pitchFamily="34" charset="0"/>
              <a:cs typeface="Calibri" panose="020F0502020204030204" pitchFamily="34" charset="0"/>
            </a:endParaRPr>
          </a:p>
          <a:p>
            <a:pPr fontAlgn="base">
              <a:spcBef>
                <a:spcPts val="1000"/>
              </a:spcBef>
              <a:spcAft>
                <a:spcPts val="600"/>
              </a:spcAft>
            </a:pPr>
            <a:r>
              <a:rPr lang="en-US" sz="1800" b="1" dirty="0">
                <a:highlight>
                  <a:srgbClr val="FFFF00"/>
                </a:highlight>
                <a:latin typeface="Calibri" panose="020F0502020204030204" pitchFamily="34" charset="0"/>
                <a:cs typeface="Calibri" panose="020F0502020204030204" pitchFamily="34" charset="0"/>
              </a:rPr>
              <a:t>[EXPECTED IMPACT OR OUTCOME]</a:t>
            </a:r>
            <a:endParaRPr lang="en-US" dirty="0">
              <a:highlight>
                <a:srgbClr val="FFFF00"/>
              </a:highlight>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A9B4A0E8-3473-C861-F0F8-F18B0BB39834}"/>
              </a:ext>
            </a:extLst>
          </p:cNvPr>
          <p:cNvSpPr/>
          <p:nvPr/>
        </p:nvSpPr>
        <p:spPr>
          <a:xfrm>
            <a:off x="5317435" y="1282148"/>
            <a:ext cx="3409122" cy="2743200"/>
          </a:xfrm>
          <a:prstGeom prst="rect">
            <a:avLst/>
          </a:prstGeom>
          <a:solidFill>
            <a:schemeClr val="accent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E7978A1-E96F-8666-C591-481267774028}"/>
              </a:ext>
            </a:extLst>
          </p:cNvPr>
          <p:cNvSpPr txBox="1"/>
          <p:nvPr/>
        </p:nvSpPr>
        <p:spPr>
          <a:xfrm>
            <a:off x="5885444" y="2166509"/>
            <a:ext cx="2492990" cy="307777"/>
          </a:xfrm>
          <a:prstGeom prst="rect">
            <a:avLst/>
          </a:prstGeom>
          <a:noFill/>
        </p:spPr>
        <p:txBody>
          <a:bodyPr wrap="none" rtlCol="0">
            <a:spAutoFit/>
          </a:bodyPr>
          <a:lstStyle/>
          <a:p>
            <a:r>
              <a:rPr lang="en-US" b="1" dirty="0">
                <a:highlight>
                  <a:srgbClr val="FFFF00"/>
                </a:highlight>
                <a:latin typeface="Calibri" panose="020F0502020204030204" pitchFamily="34" charset="0"/>
                <a:cs typeface="Calibri" panose="020F0502020204030204" pitchFamily="34" charset="0"/>
              </a:rPr>
              <a:t>[INSERT AI GENERATED VIDEO]</a:t>
            </a:r>
          </a:p>
        </p:txBody>
      </p:sp>
    </p:spTree>
    <p:extLst>
      <p:ext uri="{BB962C8B-B14F-4D97-AF65-F5344CB8AC3E}">
        <p14:creationId xmlns:p14="http://schemas.microsoft.com/office/powerpoint/2010/main" val="386669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588C2-EB6A-DB23-71E8-F2FB339FEF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B7E9C2-87D5-BEB3-9B07-746F6121CC24}"/>
              </a:ext>
            </a:extLst>
          </p:cNvPr>
          <p:cNvSpPr>
            <a:spLocks noGrp="1"/>
          </p:cNvSpPr>
          <p:nvPr>
            <p:ph type="title"/>
          </p:nvPr>
        </p:nvSpPr>
        <p:spPr/>
        <p:txBody>
          <a:bodyPr/>
          <a:lstStyle/>
          <a:p>
            <a:r>
              <a:rPr lang="en-US" dirty="0"/>
              <a:t>Technology</a:t>
            </a:r>
          </a:p>
        </p:txBody>
      </p:sp>
      <p:sp>
        <p:nvSpPr>
          <p:cNvPr id="4" name="Slide Number Placeholder 3">
            <a:extLst>
              <a:ext uri="{FF2B5EF4-FFF2-40B4-BE49-F238E27FC236}">
                <a16:creationId xmlns:a16="http://schemas.microsoft.com/office/drawing/2014/main" id="{4A736357-BE01-878D-2DED-B5653B4A327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5</a:t>
            </a:fld>
            <a:endParaRPr lang="en"/>
          </a:p>
        </p:txBody>
      </p:sp>
      <p:sp>
        <p:nvSpPr>
          <p:cNvPr id="3" name="Rectangle 2">
            <a:extLst>
              <a:ext uri="{FF2B5EF4-FFF2-40B4-BE49-F238E27FC236}">
                <a16:creationId xmlns:a16="http://schemas.microsoft.com/office/drawing/2014/main" id="{B28FBF31-E09C-74B0-6031-1BE1080C19BB}"/>
              </a:ext>
            </a:extLst>
          </p:cNvPr>
          <p:cNvSpPr/>
          <p:nvPr/>
        </p:nvSpPr>
        <p:spPr>
          <a:xfrm>
            <a:off x="5317435" y="1282148"/>
            <a:ext cx="3409122" cy="2743200"/>
          </a:xfrm>
          <a:prstGeom prst="rect">
            <a:avLst/>
          </a:prstGeom>
          <a:solidFill>
            <a:schemeClr val="accent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46FC355-F1B1-79FC-7AC7-5544E5FE4EC0}"/>
              </a:ext>
            </a:extLst>
          </p:cNvPr>
          <p:cNvSpPr txBox="1"/>
          <p:nvPr/>
        </p:nvSpPr>
        <p:spPr>
          <a:xfrm>
            <a:off x="5625620" y="2026731"/>
            <a:ext cx="2792752" cy="307777"/>
          </a:xfrm>
          <a:prstGeom prst="rect">
            <a:avLst/>
          </a:prstGeom>
          <a:noFill/>
        </p:spPr>
        <p:txBody>
          <a:bodyPr wrap="none" rtlCol="0">
            <a:spAutoFit/>
          </a:bodyPr>
          <a:lstStyle/>
          <a:p>
            <a:r>
              <a:rPr lang="en-US" b="1" dirty="0">
                <a:highlight>
                  <a:srgbClr val="FFFF00"/>
                </a:highlight>
                <a:latin typeface="Calibri" panose="020F0502020204030204" pitchFamily="34" charset="0"/>
                <a:cs typeface="Calibri" panose="020F0502020204030204" pitchFamily="34" charset="0"/>
              </a:rPr>
              <a:t>[INSERT ARCHITECTURE DIAGRAM]</a:t>
            </a:r>
          </a:p>
        </p:txBody>
      </p:sp>
      <p:sp>
        <p:nvSpPr>
          <p:cNvPr id="7" name="TextBox 6">
            <a:extLst>
              <a:ext uri="{FF2B5EF4-FFF2-40B4-BE49-F238E27FC236}">
                <a16:creationId xmlns:a16="http://schemas.microsoft.com/office/drawing/2014/main" id="{2A67B66F-C755-A32D-B9E8-4CE603D938A6}"/>
              </a:ext>
            </a:extLst>
          </p:cNvPr>
          <p:cNvSpPr txBox="1"/>
          <p:nvPr/>
        </p:nvSpPr>
        <p:spPr>
          <a:xfrm>
            <a:off x="613713" y="1171366"/>
            <a:ext cx="4077557" cy="3129062"/>
          </a:xfrm>
          <a:prstGeom prst="rect">
            <a:avLst/>
          </a:prstGeom>
          <a:noFill/>
        </p:spPr>
        <p:txBody>
          <a:bodyPr wrap="square" rtlCol="0">
            <a:spAutoFit/>
          </a:bodyPr>
          <a:lstStyle/>
          <a:p>
            <a:pPr fontAlgn="base">
              <a:spcBef>
                <a:spcPts val="1000"/>
              </a:spcBef>
              <a:spcAft>
                <a:spcPts val="600"/>
              </a:spcAft>
            </a:pPr>
            <a:r>
              <a:rPr lang="en-US" sz="1800" b="1" dirty="0">
                <a:highlight>
                  <a:srgbClr val="FFFF00"/>
                </a:highlight>
                <a:latin typeface="Calibri" panose="020F0502020204030204" pitchFamily="34" charset="0"/>
                <a:cs typeface="Calibri" panose="020F0502020204030204" pitchFamily="34" charset="0"/>
              </a:rPr>
              <a:t>[PRIMARY TOOLS AND FRAMEWORKS USED]</a:t>
            </a:r>
          </a:p>
          <a:p>
            <a:pPr fontAlgn="base">
              <a:spcBef>
                <a:spcPts val="1000"/>
              </a:spcBef>
              <a:spcAft>
                <a:spcPts val="600"/>
              </a:spcAft>
            </a:pPr>
            <a:endParaRPr lang="en-US" sz="1800" b="1" dirty="0">
              <a:highlight>
                <a:srgbClr val="FFFF00"/>
              </a:highlight>
              <a:latin typeface="Calibri" panose="020F0502020204030204" pitchFamily="34" charset="0"/>
              <a:cs typeface="Calibri" panose="020F0502020204030204" pitchFamily="34" charset="0"/>
            </a:endParaRPr>
          </a:p>
          <a:p>
            <a:pPr fontAlgn="base">
              <a:spcBef>
                <a:spcPts val="1000"/>
              </a:spcBef>
              <a:spcAft>
                <a:spcPts val="600"/>
              </a:spcAft>
            </a:pPr>
            <a:r>
              <a:rPr lang="en-US" sz="1800" b="1" dirty="0">
                <a:highlight>
                  <a:srgbClr val="FFFF00"/>
                </a:highlight>
                <a:latin typeface="Calibri" panose="020F0502020204030204" pitchFamily="34" charset="0"/>
                <a:cs typeface="Calibri" panose="020F0502020204030204" pitchFamily="34" charset="0"/>
              </a:rPr>
              <a:t>[APIs, DATA SOURCES, OR INTEGRATIONS IMPLEMENTED]</a:t>
            </a:r>
          </a:p>
          <a:p>
            <a:pPr fontAlgn="base">
              <a:spcBef>
                <a:spcPts val="1000"/>
              </a:spcBef>
              <a:spcAft>
                <a:spcPts val="600"/>
              </a:spcAft>
            </a:pPr>
            <a:endParaRPr lang="en-US" sz="1800" b="1" dirty="0">
              <a:highlight>
                <a:srgbClr val="FFFF00"/>
              </a:highlight>
              <a:latin typeface="Calibri" panose="020F0502020204030204" pitchFamily="34" charset="0"/>
              <a:cs typeface="Calibri" panose="020F0502020204030204" pitchFamily="34" charset="0"/>
            </a:endParaRPr>
          </a:p>
          <a:p>
            <a:pPr fontAlgn="base">
              <a:spcBef>
                <a:spcPts val="1000"/>
              </a:spcBef>
              <a:spcAft>
                <a:spcPts val="600"/>
              </a:spcAft>
            </a:pPr>
            <a:r>
              <a:rPr lang="en-US" sz="1800" b="1" dirty="0">
                <a:highlight>
                  <a:srgbClr val="FFFF00"/>
                </a:highlight>
                <a:latin typeface="Calibri" panose="020F0502020204030204" pitchFamily="34" charset="0"/>
                <a:cs typeface="Calibri" panose="020F0502020204030204" pitchFamily="34" charset="0"/>
              </a:rPr>
              <a:t>[AI OR AUTOMATION TOOLS UTILIZED IN DEVELOPMENT]</a:t>
            </a:r>
          </a:p>
        </p:txBody>
      </p:sp>
    </p:spTree>
    <p:extLst>
      <p:ext uri="{BB962C8B-B14F-4D97-AF65-F5344CB8AC3E}">
        <p14:creationId xmlns:p14="http://schemas.microsoft.com/office/powerpoint/2010/main" val="4229414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86269-C4B9-E6B7-C657-6442CA2E9F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51A045-03E6-31F6-ABC4-34B6BD549B4A}"/>
              </a:ext>
            </a:extLst>
          </p:cNvPr>
          <p:cNvSpPr>
            <a:spLocks noGrp="1"/>
          </p:cNvSpPr>
          <p:nvPr>
            <p:ph type="title"/>
          </p:nvPr>
        </p:nvSpPr>
        <p:spPr/>
        <p:txBody>
          <a:bodyPr/>
          <a:lstStyle/>
          <a:p>
            <a:r>
              <a:rPr lang="en-US" dirty="0"/>
              <a:t>Process</a:t>
            </a:r>
          </a:p>
        </p:txBody>
      </p:sp>
      <p:sp>
        <p:nvSpPr>
          <p:cNvPr id="4" name="Slide Number Placeholder 3">
            <a:extLst>
              <a:ext uri="{FF2B5EF4-FFF2-40B4-BE49-F238E27FC236}">
                <a16:creationId xmlns:a16="http://schemas.microsoft.com/office/drawing/2014/main" id="{A29FD82A-CE57-3429-7182-857984CA2F7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6</a:t>
            </a:fld>
            <a:endParaRPr lang="en"/>
          </a:p>
        </p:txBody>
      </p:sp>
      <p:sp>
        <p:nvSpPr>
          <p:cNvPr id="3" name="TextBox 2">
            <a:extLst>
              <a:ext uri="{FF2B5EF4-FFF2-40B4-BE49-F238E27FC236}">
                <a16:creationId xmlns:a16="http://schemas.microsoft.com/office/drawing/2014/main" id="{EF5A9A06-94B2-0E61-7CA6-6B40D9E92D0D}"/>
              </a:ext>
            </a:extLst>
          </p:cNvPr>
          <p:cNvSpPr txBox="1"/>
          <p:nvPr/>
        </p:nvSpPr>
        <p:spPr>
          <a:xfrm>
            <a:off x="613713" y="1171366"/>
            <a:ext cx="4077557" cy="3129062"/>
          </a:xfrm>
          <a:prstGeom prst="rect">
            <a:avLst/>
          </a:prstGeom>
          <a:noFill/>
        </p:spPr>
        <p:txBody>
          <a:bodyPr wrap="square" rtlCol="0">
            <a:spAutoFit/>
          </a:bodyPr>
          <a:lstStyle/>
          <a:p>
            <a:pPr fontAlgn="base">
              <a:spcBef>
                <a:spcPts val="1000"/>
              </a:spcBef>
              <a:spcAft>
                <a:spcPts val="600"/>
              </a:spcAft>
            </a:pPr>
            <a:r>
              <a:rPr lang="en-US" sz="1800" b="1" dirty="0">
                <a:highlight>
                  <a:srgbClr val="FFFF00"/>
                </a:highlight>
                <a:latin typeface="Calibri" panose="020F0502020204030204" pitchFamily="34" charset="0"/>
                <a:cs typeface="Calibri" panose="020F0502020204030204" pitchFamily="34" charset="0"/>
              </a:rPr>
              <a:t>[TEAM MANAGEMENT APPROACH OR ROLE STRUCTURE]</a:t>
            </a:r>
          </a:p>
          <a:p>
            <a:pPr fontAlgn="base">
              <a:spcBef>
                <a:spcPts val="1000"/>
              </a:spcBef>
              <a:spcAft>
                <a:spcPts val="600"/>
              </a:spcAft>
            </a:pPr>
            <a:endParaRPr lang="en-US" sz="1800" b="1" dirty="0">
              <a:highlight>
                <a:srgbClr val="FFFF00"/>
              </a:highlight>
              <a:latin typeface="Calibri" panose="020F0502020204030204" pitchFamily="34" charset="0"/>
              <a:cs typeface="Calibri" panose="020F0502020204030204" pitchFamily="34" charset="0"/>
            </a:endParaRPr>
          </a:p>
          <a:p>
            <a:pPr fontAlgn="base">
              <a:spcBef>
                <a:spcPts val="1000"/>
              </a:spcBef>
              <a:spcAft>
                <a:spcPts val="600"/>
              </a:spcAft>
            </a:pPr>
            <a:r>
              <a:rPr lang="en-US" sz="1800" b="1" dirty="0">
                <a:highlight>
                  <a:srgbClr val="FFFF00"/>
                </a:highlight>
                <a:latin typeface="Calibri" panose="020F0502020204030204" pitchFamily="34" charset="0"/>
                <a:cs typeface="Calibri" panose="020F0502020204030204" pitchFamily="34" charset="0"/>
              </a:rPr>
              <a:t>[COLLABORATION METHODS AND COMMUNICATION TOOLS USED]</a:t>
            </a:r>
          </a:p>
          <a:p>
            <a:pPr fontAlgn="base">
              <a:spcBef>
                <a:spcPts val="1000"/>
              </a:spcBef>
              <a:spcAft>
                <a:spcPts val="600"/>
              </a:spcAft>
            </a:pPr>
            <a:endParaRPr lang="en-US" sz="1800" b="1" dirty="0">
              <a:highlight>
                <a:srgbClr val="FFFF00"/>
              </a:highlight>
              <a:latin typeface="Calibri" panose="020F0502020204030204" pitchFamily="34" charset="0"/>
              <a:cs typeface="Calibri" panose="020F0502020204030204" pitchFamily="34" charset="0"/>
            </a:endParaRPr>
          </a:p>
          <a:p>
            <a:pPr fontAlgn="base">
              <a:spcBef>
                <a:spcPts val="1000"/>
              </a:spcBef>
              <a:spcAft>
                <a:spcPts val="600"/>
              </a:spcAft>
            </a:pPr>
            <a:r>
              <a:rPr lang="en-US" sz="1800" b="1" dirty="0">
                <a:highlight>
                  <a:srgbClr val="FFFF00"/>
                </a:highlight>
                <a:latin typeface="Calibri" panose="020F0502020204030204" pitchFamily="34" charset="0"/>
                <a:cs typeface="Calibri" panose="020F0502020204030204" pitchFamily="34" charset="0"/>
              </a:rPr>
              <a:t>[MENTOR OR ADVISOR ENGAGEMENT THROUGHOUT DEVELOPMENT]</a:t>
            </a:r>
          </a:p>
        </p:txBody>
      </p:sp>
      <p:sp>
        <p:nvSpPr>
          <p:cNvPr id="6" name="Rectangle 5">
            <a:extLst>
              <a:ext uri="{FF2B5EF4-FFF2-40B4-BE49-F238E27FC236}">
                <a16:creationId xmlns:a16="http://schemas.microsoft.com/office/drawing/2014/main" id="{0B8079AD-2E7B-8598-C62F-ABE668434FB5}"/>
              </a:ext>
            </a:extLst>
          </p:cNvPr>
          <p:cNvSpPr/>
          <p:nvPr/>
        </p:nvSpPr>
        <p:spPr>
          <a:xfrm>
            <a:off x="5317435" y="1282148"/>
            <a:ext cx="3409122" cy="2743200"/>
          </a:xfrm>
          <a:prstGeom prst="rect">
            <a:avLst/>
          </a:prstGeom>
          <a:solidFill>
            <a:schemeClr val="accent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20A23A5-0E6F-BDC7-1E1A-F5F7CE69C98B}"/>
              </a:ext>
            </a:extLst>
          </p:cNvPr>
          <p:cNvSpPr txBox="1"/>
          <p:nvPr/>
        </p:nvSpPr>
        <p:spPr>
          <a:xfrm>
            <a:off x="5625620" y="2026731"/>
            <a:ext cx="2486578" cy="523220"/>
          </a:xfrm>
          <a:prstGeom prst="rect">
            <a:avLst/>
          </a:prstGeom>
          <a:noFill/>
        </p:spPr>
        <p:txBody>
          <a:bodyPr wrap="none" rtlCol="0">
            <a:spAutoFit/>
          </a:bodyPr>
          <a:lstStyle/>
          <a:p>
            <a:r>
              <a:rPr lang="en-US" b="1" dirty="0">
                <a:highlight>
                  <a:srgbClr val="FFFF00"/>
                </a:highlight>
                <a:latin typeface="Calibri" panose="020F0502020204030204" pitchFamily="34" charset="0"/>
                <a:cs typeface="Calibri" panose="020F0502020204030204" pitchFamily="34" charset="0"/>
              </a:rPr>
              <a:t>[INSERT PROCESS/WORKFLOW</a:t>
            </a:r>
          </a:p>
          <a:p>
            <a:r>
              <a:rPr lang="en-US" b="1" dirty="0">
                <a:highlight>
                  <a:srgbClr val="FFFF00"/>
                </a:highlight>
                <a:latin typeface="Calibri" panose="020F0502020204030204" pitchFamily="34" charset="0"/>
                <a:cs typeface="Calibri" panose="020F0502020204030204" pitchFamily="34" charset="0"/>
              </a:rPr>
              <a:t> DIAGRAM]</a:t>
            </a:r>
          </a:p>
        </p:txBody>
      </p:sp>
    </p:spTree>
    <p:extLst>
      <p:ext uri="{BB962C8B-B14F-4D97-AF65-F5344CB8AC3E}">
        <p14:creationId xmlns:p14="http://schemas.microsoft.com/office/powerpoint/2010/main" val="3314515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43124-ABBD-137F-7AE2-64E39D206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B16515-4410-091C-F5A8-67B794075889}"/>
              </a:ext>
            </a:extLst>
          </p:cNvPr>
          <p:cNvSpPr>
            <a:spLocks noGrp="1"/>
          </p:cNvSpPr>
          <p:nvPr>
            <p:ph type="title"/>
          </p:nvPr>
        </p:nvSpPr>
        <p:spPr/>
        <p:txBody>
          <a:bodyPr/>
          <a:lstStyle/>
          <a:p>
            <a:r>
              <a:rPr lang="en-US" dirty="0"/>
              <a:t>Past Performance</a:t>
            </a:r>
          </a:p>
        </p:txBody>
      </p:sp>
      <p:sp>
        <p:nvSpPr>
          <p:cNvPr id="4" name="Slide Number Placeholder 3">
            <a:extLst>
              <a:ext uri="{FF2B5EF4-FFF2-40B4-BE49-F238E27FC236}">
                <a16:creationId xmlns:a16="http://schemas.microsoft.com/office/drawing/2014/main" id="{4E49983B-0E1C-7427-B56B-945ACC90E57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7</a:t>
            </a:fld>
            <a:endParaRPr lang="en"/>
          </a:p>
        </p:txBody>
      </p:sp>
      <p:sp>
        <p:nvSpPr>
          <p:cNvPr id="5" name="TextBox 4">
            <a:extLst>
              <a:ext uri="{FF2B5EF4-FFF2-40B4-BE49-F238E27FC236}">
                <a16:creationId xmlns:a16="http://schemas.microsoft.com/office/drawing/2014/main" id="{9BE199B0-0272-B64E-3C2A-82B0BE6F7A4A}"/>
              </a:ext>
            </a:extLst>
          </p:cNvPr>
          <p:cNvSpPr txBox="1"/>
          <p:nvPr/>
        </p:nvSpPr>
        <p:spPr>
          <a:xfrm>
            <a:off x="613714" y="1171366"/>
            <a:ext cx="6075322" cy="1831271"/>
          </a:xfrm>
          <a:prstGeom prst="rect">
            <a:avLst/>
          </a:prstGeom>
          <a:noFill/>
        </p:spPr>
        <p:txBody>
          <a:bodyPr wrap="square" rtlCol="0">
            <a:spAutoFit/>
          </a:bodyPr>
          <a:lstStyle/>
          <a:p>
            <a:pPr>
              <a:spcBef>
                <a:spcPts val="600"/>
              </a:spcBef>
            </a:pPr>
            <a:r>
              <a:rPr lang="en-US" sz="1800" b="1" dirty="0"/>
              <a:t>Agency / Client:</a:t>
            </a:r>
            <a:r>
              <a:rPr lang="en-US" sz="1800" dirty="0"/>
              <a:t> </a:t>
            </a:r>
            <a:r>
              <a:rPr lang="en-US" sz="1600" dirty="0">
                <a:highlight>
                  <a:srgbClr val="FFFF00"/>
                </a:highlight>
              </a:rPr>
              <a:t>[AGENCY OR CLIENT NAME]</a:t>
            </a:r>
          </a:p>
          <a:p>
            <a:pPr marL="285750" lvl="1" indent="-285750">
              <a:spcBef>
                <a:spcPts val="600"/>
              </a:spcBef>
              <a:buFont typeface="Arial" panose="020B0604020202020204" pitchFamily="34" charset="0"/>
              <a:buChar char="•"/>
            </a:pPr>
            <a:r>
              <a:rPr lang="en-US" b="1" dirty="0"/>
              <a:t>Project / Contract:</a:t>
            </a:r>
            <a:r>
              <a:rPr lang="en-US" dirty="0"/>
              <a:t> </a:t>
            </a:r>
            <a:r>
              <a:rPr lang="en-US" dirty="0">
                <a:highlight>
                  <a:srgbClr val="FFFF00"/>
                </a:highlight>
              </a:rPr>
              <a:t>[PROJECT OR SYSTEM NAME]</a:t>
            </a:r>
          </a:p>
          <a:p>
            <a:pPr marL="285750" lvl="1" indent="-285750">
              <a:spcBef>
                <a:spcPts val="600"/>
              </a:spcBef>
              <a:buFont typeface="Arial" panose="020B0604020202020204" pitchFamily="34" charset="0"/>
              <a:buChar char="•"/>
            </a:pPr>
            <a:r>
              <a:rPr lang="en-US" b="1" dirty="0"/>
              <a:t>Period of Performance:</a:t>
            </a:r>
            <a:r>
              <a:rPr lang="en-US" dirty="0"/>
              <a:t> </a:t>
            </a:r>
            <a:r>
              <a:rPr lang="en-US" dirty="0">
                <a:highlight>
                  <a:srgbClr val="FFFF00"/>
                </a:highlight>
              </a:rPr>
              <a:t>[STARTDATE–ENDDATE]</a:t>
            </a:r>
          </a:p>
          <a:p>
            <a:pPr marL="285750" lvl="1" indent="-285750">
              <a:spcBef>
                <a:spcPts val="600"/>
              </a:spcBef>
              <a:buFont typeface="Arial" panose="020B0604020202020204" pitchFamily="34" charset="0"/>
              <a:buChar char="•"/>
            </a:pPr>
            <a:r>
              <a:rPr lang="en-US" b="1" dirty="0"/>
              <a:t>Size: </a:t>
            </a:r>
            <a:r>
              <a:rPr lang="en-US" dirty="0">
                <a:highlight>
                  <a:srgbClr val="FFFF00"/>
                </a:highlight>
              </a:rPr>
              <a:t>[# OF FTE, AMOUNT OF $]</a:t>
            </a:r>
          </a:p>
          <a:p>
            <a:pPr marL="285750" lvl="1" indent="-285750">
              <a:spcBef>
                <a:spcPts val="600"/>
              </a:spcBef>
              <a:buFont typeface="Arial" panose="020B0604020202020204" pitchFamily="34" charset="0"/>
              <a:buChar char="•"/>
            </a:pPr>
            <a:r>
              <a:rPr lang="en-US" b="1" dirty="0"/>
              <a:t>Scope: </a:t>
            </a:r>
            <a:r>
              <a:rPr lang="en-US" dirty="0">
                <a:highlight>
                  <a:srgbClr val="FFFF00"/>
                </a:highlight>
              </a:rPr>
              <a:t>[2-3 LINES DESCRIBE SCOPE OF WORK]</a:t>
            </a:r>
          </a:p>
          <a:p>
            <a:pPr marL="285750" lvl="1" indent="-285750">
              <a:spcBef>
                <a:spcPts val="600"/>
              </a:spcBef>
              <a:buFont typeface="Arial" panose="020B0604020202020204" pitchFamily="34" charset="0"/>
              <a:buChar char="•"/>
            </a:pPr>
            <a:r>
              <a:rPr lang="en-US" b="1" dirty="0"/>
              <a:t>Complexity:</a:t>
            </a:r>
            <a:r>
              <a:rPr lang="en-US" dirty="0"/>
              <a:t> </a:t>
            </a:r>
            <a:r>
              <a:rPr lang="en-US" dirty="0">
                <a:highlight>
                  <a:srgbClr val="FFFF00"/>
                </a:highlight>
              </a:rPr>
              <a:t>[2-3 LINES DESCRIBE TECHNICAL COMPLEXITY]</a:t>
            </a:r>
          </a:p>
        </p:txBody>
      </p:sp>
      <p:sp>
        <p:nvSpPr>
          <p:cNvPr id="3" name="Rectangle 2">
            <a:extLst>
              <a:ext uri="{FF2B5EF4-FFF2-40B4-BE49-F238E27FC236}">
                <a16:creationId xmlns:a16="http://schemas.microsoft.com/office/drawing/2014/main" id="{C13E6A6D-4EF0-5355-FC3E-7AD32CEFA9BA}"/>
              </a:ext>
            </a:extLst>
          </p:cNvPr>
          <p:cNvSpPr/>
          <p:nvPr/>
        </p:nvSpPr>
        <p:spPr>
          <a:xfrm>
            <a:off x="7201200" y="689725"/>
            <a:ext cx="1600200" cy="1749287"/>
          </a:xfrm>
          <a:prstGeom prst="rect">
            <a:avLst/>
          </a:prstGeom>
          <a:solidFill>
            <a:schemeClr val="accent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0BEE418-8778-8B11-FE4E-BA32A4D4A120}"/>
              </a:ext>
            </a:extLst>
          </p:cNvPr>
          <p:cNvSpPr txBox="1"/>
          <p:nvPr/>
        </p:nvSpPr>
        <p:spPr>
          <a:xfrm>
            <a:off x="7688389" y="1195036"/>
            <a:ext cx="841897" cy="738664"/>
          </a:xfrm>
          <a:prstGeom prst="rect">
            <a:avLst/>
          </a:prstGeom>
          <a:noFill/>
        </p:spPr>
        <p:txBody>
          <a:bodyPr wrap="none" rtlCol="0">
            <a:spAutoFit/>
          </a:bodyPr>
          <a:lstStyle/>
          <a:p>
            <a:r>
              <a:rPr lang="en-US" b="1" dirty="0">
                <a:highlight>
                  <a:srgbClr val="FFFF00"/>
                </a:highlight>
                <a:latin typeface="Calibri" panose="020F0502020204030204" pitchFamily="34" charset="0"/>
                <a:cs typeface="Calibri" panose="020F0502020204030204" pitchFamily="34" charset="0"/>
              </a:rPr>
              <a:t>[INSERT </a:t>
            </a:r>
          </a:p>
          <a:p>
            <a:r>
              <a:rPr lang="en-US" b="1" dirty="0">
                <a:highlight>
                  <a:srgbClr val="FFFF00"/>
                </a:highlight>
                <a:latin typeface="Calibri" panose="020F0502020204030204" pitchFamily="34" charset="0"/>
                <a:cs typeface="Calibri" panose="020F0502020204030204" pitchFamily="34" charset="0"/>
              </a:rPr>
              <a:t>AGENCY </a:t>
            </a:r>
          </a:p>
          <a:p>
            <a:r>
              <a:rPr lang="en-US" b="1" dirty="0">
                <a:highlight>
                  <a:srgbClr val="FFFF00"/>
                </a:highlight>
                <a:latin typeface="Calibri" panose="020F0502020204030204" pitchFamily="34" charset="0"/>
                <a:cs typeface="Calibri" panose="020F0502020204030204" pitchFamily="34" charset="0"/>
              </a:rPr>
              <a:t>SEAL]</a:t>
            </a:r>
          </a:p>
        </p:txBody>
      </p:sp>
    </p:spTree>
    <p:extLst>
      <p:ext uri="{BB962C8B-B14F-4D97-AF65-F5344CB8AC3E}">
        <p14:creationId xmlns:p14="http://schemas.microsoft.com/office/powerpoint/2010/main" val="2083274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CF026-C39B-CF51-6217-ABB5EA2111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8595D1-6416-1905-FC94-E1BC2D59C4A9}"/>
              </a:ext>
            </a:extLst>
          </p:cNvPr>
          <p:cNvSpPr>
            <a:spLocks noGrp="1"/>
          </p:cNvSpPr>
          <p:nvPr>
            <p:ph type="title"/>
          </p:nvPr>
        </p:nvSpPr>
        <p:spPr/>
        <p:txBody>
          <a:bodyPr/>
          <a:lstStyle/>
          <a:p>
            <a:r>
              <a:rPr lang="en-US" dirty="0"/>
              <a:t>Demonstration</a:t>
            </a:r>
          </a:p>
        </p:txBody>
      </p:sp>
      <p:sp>
        <p:nvSpPr>
          <p:cNvPr id="4" name="Slide Number Placeholder 3">
            <a:extLst>
              <a:ext uri="{FF2B5EF4-FFF2-40B4-BE49-F238E27FC236}">
                <a16:creationId xmlns:a16="http://schemas.microsoft.com/office/drawing/2014/main" id="{EF5E896F-2B7A-2C7B-F0A0-DE7EAD3F322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8</a:t>
            </a:fld>
            <a:endParaRPr lang="en"/>
          </a:p>
        </p:txBody>
      </p:sp>
      <p:sp>
        <p:nvSpPr>
          <p:cNvPr id="3" name="Rectangle 2">
            <a:extLst>
              <a:ext uri="{FF2B5EF4-FFF2-40B4-BE49-F238E27FC236}">
                <a16:creationId xmlns:a16="http://schemas.microsoft.com/office/drawing/2014/main" id="{897FC1FE-4981-BE4B-9DC4-5A99B0E872D7}"/>
              </a:ext>
            </a:extLst>
          </p:cNvPr>
          <p:cNvSpPr/>
          <p:nvPr/>
        </p:nvSpPr>
        <p:spPr>
          <a:xfrm>
            <a:off x="1321904" y="1292087"/>
            <a:ext cx="6500192" cy="2743200"/>
          </a:xfrm>
          <a:prstGeom prst="rect">
            <a:avLst/>
          </a:prstGeom>
          <a:solidFill>
            <a:schemeClr val="accent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AABAED4-23B1-3327-A3BD-AC528E7E590F}"/>
              </a:ext>
            </a:extLst>
          </p:cNvPr>
          <p:cNvSpPr txBox="1"/>
          <p:nvPr/>
        </p:nvSpPr>
        <p:spPr>
          <a:xfrm>
            <a:off x="2918308" y="2417861"/>
            <a:ext cx="3307384" cy="307777"/>
          </a:xfrm>
          <a:prstGeom prst="rect">
            <a:avLst/>
          </a:prstGeom>
          <a:noFill/>
        </p:spPr>
        <p:txBody>
          <a:bodyPr wrap="square" rtlCol="0">
            <a:spAutoFit/>
          </a:bodyPr>
          <a:lstStyle/>
          <a:p>
            <a:pPr algn="ctr"/>
            <a:r>
              <a:rPr lang="en-US" b="1" dirty="0">
                <a:highlight>
                  <a:srgbClr val="FFFF00"/>
                </a:highlight>
                <a:latin typeface="Calibri" panose="020F0502020204030204" pitchFamily="34" charset="0"/>
                <a:cs typeface="Calibri" panose="020F0502020204030204" pitchFamily="34" charset="0"/>
              </a:rPr>
              <a:t>[INSERT SCREENSHOT]</a:t>
            </a:r>
          </a:p>
        </p:txBody>
      </p:sp>
      <p:sp>
        <p:nvSpPr>
          <p:cNvPr id="7" name="TextBox 6">
            <a:extLst>
              <a:ext uri="{FF2B5EF4-FFF2-40B4-BE49-F238E27FC236}">
                <a16:creationId xmlns:a16="http://schemas.microsoft.com/office/drawing/2014/main" id="{45A1E58E-B082-51AF-AB20-0A8C467469AA}"/>
              </a:ext>
            </a:extLst>
          </p:cNvPr>
          <p:cNvSpPr txBox="1"/>
          <p:nvPr/>
        </p:nvSpPr>
        <p:spPr>
          <a:xfrm>
            <a:off x="2828856" y="4228446"/>
            <a:ext cx="3307384" cy="307777"/>
          </a:xfrm>
          <a:prstGeom prst="rect">
            <a:avLst/>
          </a:prstGeom>
          <a:noFill/>
        </p:spPr>
        <p:txBody>
          <a:bodyPr wrap="square" rtlCol="0">
            <a:spAutoFit/>
          </a:bodyPr>
          <a:lstStyle/>
          <a:p>
            <a:pPr algn="ctr"/>
            <a:r>
              <a:rPr lang="en-US" b="1" dirty="0">
                <a:highlight>
                  <a:srgbClr val="FFFF00"/>
                </a:highlight>
                <a:latin typeface="Calibri" panose="020F0502020204030204" pitchFamily="34" charset="0"/>
                <a:cs typeface="Calibri" panose="020F0502020204030204" pitchFamily="34" charset="0"/>
              </a:rPr>
              <a:t>[INSERT WEBSITE URL]</a:t>
            </a:r>
          </a:p>
        </p:txBody>
      </p:sp>
    </p:spTree>
    <p:extLst>
      <p:ext uri="{BB962C8B-B14F-4D97-AF65-F5344CB8AC3E}">
        <p14:creationId xmlns:p14="http://schemas.microsoft.com/office/powerpoint/2010/main" val="75502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1388D-DFF8-AEBE-B880-B89F20242C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5BDC2C-53FC-B664-3F82-A1AA126365AC}"/>
              </a:ext>
            </a:extLst>
          </p:cNvPr>
          <p:cNvSpPr>
            <a:spLocks noGrp="1"/>
          </p:cNvSpPr>
          <p:nvPr>
            <p:ph type="title"/>
          </p:nvPr>
        </p:nvSpPr>
        <p:spPr/>
        <p:txBody>
          <a:bodyPr/>
          <a:lstStyle/>
          <a:p>
            <a:r>
              <a:rPr lang="en-US" dirty="0"/>
              <a:t>Checklist</a:t>
            </a:r>
          </a:p>
        </p:txBody>
      </p:sp>
      <p:sp>
        <p:nvSpPr>
          <p:cNvPr id="4" name="Slide Number Placeholder 3">
            <a:extLst>
              <a:ext uri="{FF2B5EF4-FFF2-40B4-BE49-F238E27FC236}">
                <a16:creationId xmlns:a16="http://schemas.microsoft.com/office/drawing/2014/main" id="{F5017587-E996-0DE6-BCE1-4093A4E4645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9</a:t>
            </a:fld>
            <a:endParaRPr lang="en"/>
          </a:p>
        </p:txBody>
      </p:sp>
      <p:sp>
        <p:nvSpPr>
          <p:cNvPr id="5" name="TextBox 4">
            <a:extLst>
              <a:ext uri="{FF2B5EF4-FFF2-40B4-BE49-F238E27FC236}">
                <a16:creationId xmlns:a16="http://schemas.microsoft.com/office/drawing/2014/main" id="{EB595D6E-B0F4-8455-94A8-4A2D8B4A5887}"/>
              </a:ext>
            </a:extLst>
          </p:cNvPr>
          <p:cNvSpPr txBox="1"/>
          <p:nvPr/>
        </p:nvSpPr>
        <p:spPr>
          <a:xfrm>
            <a:off x="613713" y="1171366"/>
            <a:ext cx="8411017" cy="3477875"/>
          </a:xfrm>
          <a:prstGeom prst="rect">
            <a:avLst/>
          </a:prstGeom>
          <a:noFill/>
        </p:spPr>
        <p:txBody>
          <a:bodyPr wrap="square" rtlCol="0">
            <a:spAutoFit/>
          </a:bodyPr>
          <a:lstStyle/>
          <a:p>
            <a:pPr fontAlgn="base">
              <a:spcBef>
                <a:spcPts val="600"/>
              </a:spcBef>
            </a:pPr>
            <a:r>
              <a:rPr lang="en-US" sz="1800" b="1" dirty="0">
                <a:latin typeface="Calibri" panose="020F0502020204030204" pitchFamily="34" charset="0"/>
                <a:cs typeface="Calibri" panose="020F0502020204030204" pitchFamily="34" charset="0"/>
              </a:rPr>
              <a:t>✅ </a:t>
            </a:r>
            <a:r>
              <a:rPr lang="en-US" sz="2400" b="1" dirty="0">
                <a:latin typeface="Calibri" panose="020F0502020204030204" pitchFamily="34" charset="0"/>
                <a:cs typeface="Calibri" panose="020F0502020204030204" pitchFamily="34" charset="0"/>
              </a:rPr>
              <a:t>Completeness</a:t>
            </a:r>
          </a:p>
          <a:p>
            <a:pPr marL="285750" indent="-285750" fontAlgn="base">
              <a:spcBef>
                <a:spcPts val="600"/>
              </a:spcBef>
              <a:buFont typeface="Arial" panose="020B0604020202020204" pitchFamily="34" charset="0"/>
              <a:buChar char="•"/>
            </a:pPr>
            <a:r>
              <a:rPr lang="en-US" sz="1800" b="1" dirty="0">
                <a:highlight>
                  <a:srgbClr val="FFFF00"/>
                </a:highlight>
                <a:latin typeface="Calibri" panose="020F0502020204030204" pitchFamily="34" charset="0"/>
                <a:cs typeface="Calibri" panose="020F0502020204030204" pitchFamily="34" charset="0"/>
              </a:rPr>
              <a:t>[INSERT PROOF POINT]</a:t>
            </a:r>
          </a:p>
          <a:p>
            <a:pPr marL="285750" indent="-285750" fontAlgn="base">
              <a:spcBef>
                <a:spcPts val="600"/>
              </a:spcBef>
              <a:buFont typeface="Arial" panose="020B0604020202020204" pitchFamily="34" charset="0"/>
              <a:buChar char="•"/>
            </a:pPr>
            <a:r>
              <a:rPr lang="en-US" sz="1800" b="1" dirty="0">
                <a:highlight>
                  <a:srgbClr val="FFFF00"/>
                </a:highlight>
                <a:latin typeface="Calibri" panose="020F0502020204030204" pitchFamily="34" charset="0"/>
                <a:cs typeface="Calibri" panose="020F0502020204030204" pitchFamily="34" charset="0"/>
              </a:rPr>
              <a:t>[INSERT PROOF POINT]</a:t>
            </a:r>
          </a:p>
          <a:p>
            <a:pPr fontAlgn="base">
              <a:spcBef>
                <a:spcPts val="600"/>
              </a:spcBef>
            </a:pPr>
            <a:r>
              <a:rPr lang="en-US" sz="1800" b="1" dirty="0">
                <a:latin typeface="Calibri" panose="020F0502020204030204" pitchFamily="34" charset="0"/>
                <a:cs typeface="Calibri" panose="020F0502020204030204" pitchFamily="34" charset="0"/>
              </a:rPr>
              <a:t>✅ </a:t>
            </a:r>
            <a:r>
              <a:rPr lang="en-US" sz="2400" b="1" dirty="0">
                <a:latin typeface="Calibri" panose="020F0502020204030204" pitchFamily="34" charset="0"/>
                <a:cs typeface="Calibri" panose="020F0502020204030204" pitchFamily="34" charset="0"/>
              </a:rPr>
              <a:t>Quality</a:t>
            </a:r>
          </a:p>
          <a:p>
            <a:pPr marL="285750" indent="-285750" fontAlgn="base">
              <a:spcBef>
                <a:spcPts val="600"/>
              </a:spcBef>
              <a:buFont typeface="Arial" panose="020B0604020202020204" pitchFamily="34" charset="0"/>
              <a:buChar char="•"/>
            </a:pPr>
            <a:r>
              <a:rPr lang="en-US" sz="1800" b="1" dirty="0">
                <a:highlight>
                  <a:srgbClr val="FFFF00"/>
                </a:highlight>
                <a:latin typeface="Calibri" panose="020F0502020204030204" pitchFamily="34" charset="0"/>
                <a:cs typeface="Calibri" panose="020F0502020204030204" pitchFamily="34" charset="0"/>
              </a:rPr>
              <a:t>[INSERT PROOF POINT]</a:t>
            </a:r>
          </a:p>
          <a:p>
            <a:pPr marL="285750" indent="-285750" fontAlgn="base">
              <a:spcBef>
                <a:spcPts val="600"/>
              </a:spcBef>
              <a:buFont typeface="Arial" panose="020B0604020202020204" pitchFamily="34" charset="0"/>
              <a:buChar char="•"/>
            </a:pPr>
            <a:r>
              <a:rPr lang="en-US" sz="1800" b="1" dirty="0">
                <a:highlight>
                  <a:srgbClr val="FFFF00"/>
                </a:highlight>
                <a:latin typeface="Calibri" panose="020F0502020204030204" pitchFamily="34" charset="0"/>
                <a:cs typeface="Calibri" panose="020F0502020204030204" pitchFamily="34" charset="0"/>
              </a:rPr>
              <a:t>[INSERT PROOF POINT]</a:t>
            </a:r>
            <a:endParaRPr lang="en-US" sz="1800" b="1" dirty="0">
              <a:latin typeface="Calibri" panose="020F0502020204030204" pitchFamily="34" charset="0"/>
              <a:cs typeface="Calibri" panose="020F0502020204030204" pitchFamily="34" charset="0"/>
            </a:endParaRPr>
          </a:p>
          <a:p>
            <a:pPr fontAlgn="base">
              <a:spcBef>
                <a:spcPts val="600"/>
              </a:spcBef>
            </a:pPr>
            <a:r>
              <a:rPr lang="en-US" sz="1800" b="1" dirty="0">
                <a:latin typeface="Calibri" panose="020F0502020204030204" pitchFamily="34" charset="0"/>
                <a:cs typeface="Calibri" panose="020F0502020204030204" pitchFamily="34" charset="0"/>
              </a:rPr>
              <a:t>✅ </a:t>
            </a:r>
            <a:r>
              <a:rPr lang="en-US" sz="2400" b="1" dirty="0">
                <a:latin typeface="Calibri" panose="020F0502020204030204" pitchFamily="34" charset="0"/>
                <a:cs typeface="Calibri" panose="020F0502020204030204" pitchFamily="34" charset="0"/>
              </a:rPr>
              <a:t>Design</a:t>
            </a:r>
          </a:p>
          <a:p>
            <a:pPr marL="285750" indent="-285750" fontAlgn="base">
              <a:spcBef>
                <a:spcPts val="600"/>
              </a:spcBef>
              <a:buFont typeface="Arial" panose="020B0604020202020204" pitchFamily="34" charset="0"/>
              <a:buChar char="•"/>
            </a:pPr>
            <a:r>
              <a:rPr lang="en-US" sz="1800" b="1" dirty="0">
                <a:highlight>
                  <a:srgbClr val="FFFF00"/>
                </a:highlight>
                <a:latin typeface="Calibri" panose="020F0502020204030204" pitchFamily="34" charset="0"/>
                <a:cs typeface="Calibri" panose="020F0502020204030204" pitchFamily="34" charset="0"/>
              </a:rPr>
              <a:t>[INSERT PROOF POINT]</a:t>
            </a:r>
          </a:p>
          <a:p>
            <a:pPr marL="285750" indent="-285750" fontAlgn="base">
              <a:spcBef>
                <a:spcPts val="600"/>
              </a:spcBef>
              <a:buFont typeface="Arial" panose="020B0604020202020204" pitchFamily="34" charset="0"/>
              <a:buChar char="•"/>
            </a:pPr>
            <a:r>
              <a:rPr lang="en-US" sz="1800" b="1" dirty="0">
                <a:highlight>
                  <a:srgbClr val="FFFF00"/>
                </a:highlight>
                <a:latin typeface="Calibri" panose="020F0502020204030204" pitchFamily="34" charset="0"/>
                <a:cs typeface="Calibri" panose="020F0502020204030204" pitchFamily="34" charset="0"/>
              </a:rPr>
              <a:t>[INSERT PROOF POINT]</a:t>
            </a:r>
          </a:p>
        </p:txBody>
      </p:sp>
    </p:spTree>
    <p:extLst>
      <p:ext uri="{BB962C8B-B14F-4D97-AF65-F5344CB8AC3E}">
        <p14:creationId xmlns:p14="http://schemas.microsoft.com/office/powerpoint/2010/main" val="3299915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0674612"/>
      </p:ext>
    </p:extLst>
  </p:cSld>
  <p:clrMapOvr>
    <a:masterClrMapping/>
  </p:clrMapOvr>
</p:sld>
</file>

<file path=ppt/theme/theme1.xml><?xml version="1.0" encoding="utf-8"?>
<a:theme xmlns:a="http://schemas.openxmlformats.org/drawingml/2006/main" name="MPC 1.1">
  <a:themeElements>
    <a:clrScheme name="MetaPhase Color Palette">
      <a:dk1>
        <a:srgbClr val="000000"/>
      </a:dk1>
      <a:lt1>
        <a:srgbClr val="FFFFFF"/>
      </a:lt1>
      <a:dk2>
        <a:srgbClr val="595959"/>
      </a:dk2>
      <a:lt2>
        <a:srgbClr val="EEEEEE"/>
      </a:lt2>
      <a:accent1>
        <a:srgbClr val="282828"/>
      </a:accent1>
      <a:accent2>
        <a:srgbClr val="FB641E"/>
      </a:accent2>
      <a:accent3>
        <a:srgbClr val="FA6B14"/>
      </a:accent3>
      <a:accent4>
        <a:srgbClr val="F8A538"/>
      </a:accent4>
      <a:accent5>
        <a:srgbClr val="FBD352"/>
      </a:accent5>
      <a:accent6>
        <a:srgbClr val="094776"/>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PC Presentation TEMPLATE v1.2" id="{E703F708-E36E-C046-BBC4-441622A14649}" vid="{94455EA5-0F44-5B46-84CC-CFA79728C5D7}"/>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3EC6788F1A3542914A7881DCAE81A8" ma:contentTypeVersion="14" ma:contentTypeDescription="Create a new document." ma:contentTypeScope="" ma:versionID="c5db04de8b33ae045b56d8318934ed72">
  <xsd:schema xmlns:xsd="http://www.w3.org/2001/XMLSchema" xmlns:xs="http://www.w3.org/2001/XMLSchema" xmlns:p="http://schemas.microsoft.com/office/2006/metadata/properties" xmlns:ns2="93d5bbf5-a4f1-42c3-9cb1-689b4cedcfa1" xmlns:ns3="2c2855a7-ccf4-430b-9808-ea3d33bfea75" targetNamespace="http://schemas.microsoft.com/office/2006/metadata/properties" ma:root="true" ma:fieldsID="a82c377ed49822eb73a69b3a1e1f79f4" ns2:_="" ns3:_="">
    <xsd:import namespace="93d5bbf5-a4f1-42c3-9cb1-689b4cedcfa1"/>
    <xsd:import namespace="2c2855a7-ccf4-430b-9808-ea3d33bfea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Comments" minOccurs="0"/>
                <xsd:element ref="ns2:Completed_x003f_" minOccurs="0"/>
                <xsd:element ref="ns2:Author0"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d5bbf5-a4f1-42c3-9cb1-689b4cedcf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Comments" ma:index="12" nillable="true" ma:displayName="Comments" ma:format="Dropdown" ma:internalName="Comments">
      <xsd:simpleType>
        <xsd:restriction base="dms:Note">
          <xsd:maxLength value="255"/>
        </xsd:restriction>
      </xsd:simpleType>
    </xsd:element>
    <xsd:element name="Completed_x003f_" ma:index="13" nillable="true" ma:displayName="Completed?" ma:default="0" ma:description="Yes = Content was reviewed/updated and ready to publish.&#10;No = Content needs to be reviewed/updated." ma:format="Dropdown" ma:internalName="Completed_x003f_">
      <xsd:simpleType>
        <xsd:restriction base="dms:Boolean"/>
      </xsd:simpleType>
    </xsd:element>
    <xsd:element name="Author0" ma:index="14" nillable="true" ma:displayName="Author" ma:format="Dropdown" ma:internalName="Author0">
      <xsd:simpleType>
        <xsd:restriction base="dms:Text">
          <xsd:maxLength value="255"/>
        </xsd:restrictio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c853386a-7780-4bc7-afdc-9eda681d0599" ma:termSetId="09814cd3-568e-fe90-9814-8d621ff8fb84" ma:anchorId="fba54fb3-c3e1-fe81-a776-ca4b69148c4d" ma:open="true" ma:isKeyword="false">
      <xsd:complexType>
        <xsd:sequence>
          <xsd:element ref="pc:Terms" minOccurs="0" maxOccurs="1"/>
        </xsd:sequence>
      </xsd:complex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c2855a7-ccf4-430b-9808-ea3d33bfea7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585bec21-f810-46f2-9fea-777ac45498a1}" ma:internalName="TaxCatchAll" ma:showField="CatchAllData" ma:web="2c2855a7-ccf4-430b-9808-ea3d33bfea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Completed_x003f_ xmlns="93d5bbf5-a4f1-42c3-9cb1-689b4cedcfa1">false</Completed_x003f_>
    <lcf76f155ced4ddcb4097134ff3c332f xmlns="93d5bbf5-a4f1-42c3-9cb1-689b4cedcfa1">
      <Terms xmlns="http://schemas.microsoft.com/office/infopath/2007/PartnerControls"/>
    </lcf76f155ced4ddcb4097134ff3c332f>
    <Author0 xmlns="93d5bbf5-a4f1-42c3-9cb1-689b4cedcfa1" xsi:nil="true"/>
    <Comments xmlns="93d5bbf5-a4f1-42c3-9cb1-689b4cedcfa1" xsi:nil="true"/>
    <TaxCatchAll xmlns="2c2855a7-ccf4-430b-9808-ea3d33bfea75" xsi:nil="true"/>
  </documentManagement>
</p:properties>
</file>

<file path=customXml/itemProps1.xml><?xml version="1.0" encoding="utf-8"?>
<ds:datastoreItem xmlns:ds="http://schemas.openxmlformats.org/officeDocument/2006/customXml" ds:itemID="{EBEF8AF2-DE2E-437F-B58B-2098C37C504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3d5bbf5-a4f1-42c3-9cb1-689b4cedcfa1"/>
    <ds:schemaRef ds:uri="2c2855a7-ccf4-430b-9808-ea3d33bfea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B0B4019-F7F3-44A6-AE08-87E51DA6829E}">
  <ds:schemaRefs>
    <ds:schemaRef ds:uri="http://schemas.microsoft.com/sharepoint/v3/contenttype/forms"/>
  </ds:schemaRefs>
</ds:datastoreItem>
</file>

<file path=customXml/itemProps3.xml><?xml version="1.0" encoding="utf-8"?>
<ds:datastoreItem xmlns:ds="http://schemas.openxmlformats.org/officeDocument/2006/customXml" ds:itemID="{472D6E49-F32C-489B-BC4F-4FC56AD6967A}">
  <ds:schemaRefs>
    <ds:schemaRef ds:uri="http://schemas.microsoft.com/office/2006/documentManagement/types"/>
    <ds:schemaRef ds:uri="93d5bbf5-a4f1-42c3-9cb1-689b4cedcfa1"/>
    <ds:schemaRef ds:uri="http://purl.org/dc/elements/1.1/"/>
    <ds:schemaRef ds:uri="http://purl.org/dc/terms/"/>
    <ds:schemaRef ds:uri="http://schemas.microsoft.com/office/2006/metadata/properties"/>
    <ds:schemaRef ds:uri="http://purl.org/dc/dcmitype/"/>
    <ds:schemaRef ds:uri="2c2855a7-ccf4-430b-9808-ea3d33bfea75"/>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bfdbb543-0f6e-4121-83d2-bf38da8cc053}" enabled="0" method="" siteId="{bfdbb543-0f6e-4121-83d2-bf38da8cc053}" removed="1"/>
</clbl:labelList>
</file>

<file path=docProps/app.xml><?xml version="1.0" encoding="utf-8"?>
<Properties xmlns="http://schemas.openxmlformats.org/officeDocument/2006/extended-properties" xmlns:vt="http://schemas.openxmlformats.org/officeDocument/2006/docPropsVTypes">
  <Template>MPC Presentation TEMPLATE v1.2</Template>
  <TotalTime>8906</TotalTime>
  <Words>380</Words>
  <Application>Microsoft Macintosh PowerPoint</Application>
  <PresentationFormat>On-screen Show (16:9)</PresentationFormat>
  <Paragraphs>72</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Courier New</vt:lpstr>
      <vt:lpstr>Arial</vt:lpstr>
      <vt:lpstr>Bebas Neue</vt:lpstr>
      <vt:lpstr>Calibri</vt:lpstr>
      <vt:lpstr>MPC 1.1</vt:lpstr>
      <vt:lpstr>Hackathon 2025</vt:lpstr>
      <vt:lpstr>Agenda</vt:lpstr>
      <vt:lpstr>Team</vt:lpstr>
      <vt:lpstr>Mission</vt:lpstr>
      <vt:lpstr>Technology</vt:lpstr>
      <vt:lpstr>Process</vt:lpstr>
      <vt:lpstr>Past Performance</vt:lpstr>
      <vt:lpstr>Demonstration</vt:lpstr>
      <vt:lpstr>Checklist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Monthly Business Review</dc:title>
  <dc:creator>Katy Phelps</dc:creator>
  <cp:lastModifiedBy>Brian Funk</cp:lastModifiedBy>
  <cp:revision>39</cp:revision>
  <dcterms:created xsi:type="dcterms:W3CDTF">2023-01-20T21:14:00Z</dcterms:created>
  <dcterms:modified xsi:type="dcterms:W3CDTF">2025-10-23T05:03:36Z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0x010100D73EC6788F1A3542914A7881DCAE81A8</vt:lpwstr>
  </property>
  <property fmtid="{D5CDD505-2E9C-101B-9397-08002B2CF9AE}" pid="3" name="MediaServiceImageTags">
    <vt:lpwstr/>
  </property>
</Properties>
</file>